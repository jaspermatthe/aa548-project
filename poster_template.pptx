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705" r:id="rId3"/>
  </p:sldMasterIdLst>
  <p:notesMasterIdLst>
    <p:notesMasterId r:id="rId6"/>
  </p:notesMasterIdLst>
  <p:handoutMasterIdLst>
    <p:handoutMasterId r:id="rId7"/>
  </p:handoutMasterIdLst>
  <p:sldIdLst>
    <p:sldId id="550145314" r:id="rId4"/>
    <p:sldId id="550145315" r:id="rId5"/>
  </p:sldIdLst>
  <p:sldSz cx="27432000" cy="21945600"/>
  <p:notesSz cx="6858000" cy="9144000"/>
  <p:defaultTextStyle>
    <a:defPPr>
      <a:defRPr lang="en-US"/>
    </a:defPPr>
    <a:lvl1pPr algn="l" defTabSz="1974367" rtl="0" fontAlgn="base">
      <a:spcBef>
        <a:spcPct val="0"/>
      </a:spcBef>
      <a:spcAft>
        <a:spcPct val="0"/>
      </a:spcAft>
      <a:defRPr kern="1200">
        <a:solidFill>
          <a:schemeClr val="tx1"/>
        </a:solidFill>
        <a:latin typeface="Arial" charset="0"/>
        <a:ea typeface="MS PGothic" pitchFamily="34" charset="-128"/>
        <a:cs typeface="+mn-cs"/>
      </a:defRPr>
    </a:lvl1pPr>
    <a:lvl2pPr marL="1974367" algn="l" defTabSz="1974367" rtl="0" fontAlgn="base">
      <a:spcBef>
        <a:spcPct val="0"/>
      </a:spcBef>
      <a:spcAft>
        <a:spcPct val="0"/>
      </a:spcAft>
      <a:defRPr kern="1200">
        <a:solidFill>
          <a:schemeClr val="tx1"/>
        </a:solidFill>
        <a:latin typeface="Arial" charset="0"/>
        <a:ea typeface="MS PGothic" pitchFamily="34" charset="-128"/>
        <a:cs typeface="+mn-cs"/>
      </a:defRPr>
    </a:lvl2pPr>
    <a:lvl3pPr marL="3948729" algn="l" defTabSz="1974367" rtl="0" fontAlgn="base">
      <a:spcBef>
        <a:spcPct val="0"/>
      </a:spcBef>
      <a:spcAft>
        <a:spcPct val="0"/>
      </a:spcAft>
      <a:defRPr kern="1200">
        <a:solidFill>
          <a:schemeClr val="tx1"/>
        </a:solidFill>
        <a:latin typeface="Arial" charset="0"/>
        <a:ea typeface="MS PGothic" pitchFamily="34" charset="-128"/>
        <a:cs typeface="+mn-cs"/>
      </a:defRPr>
    </a:lvl3pPr>
    <a:lvl4pPr marL="5923097" algn="l" defTabSz="1974367" rtl="0" fontAlgn="base">
      <a:spcBef>
        <a:spcPct val="0"/>
      </a:spcBef>
      <a:spcAft>
        <a:spcPct val="0"/>
      </a:spcAft>
      <a:defRPr kern="1200">
        <a:solidFill>
          <a:schemeClr val="tx1"/>
        </a:solidFill>
        <a:latin typeface="Arial" charset="0"/>
        <a:ea typeface="MS PGothic" pitchFamily="34" charset="-128"/>
        <a:cs typeface="+mn-cs"/>
      </a:defRPr>
    </a:lvl4pPr>
    <a:lvl5pPr marL="7897461" algn="l" defTabSz="1974367" rtl="0" fontAlgn="base">
      <a:spcBef>
        <a:spcPct val="0"/>
      </a:spcBef>
      <a:spcAft>
        <a:spcPct val="0"/>
      </a:spcAft>
      <a:defRPr kern="1200">
        <a:solidFill>
          <a:schemeClr val="tx1"/>
        </a:solidFill>
        <a:latin typeface="Arial" charset="0"/>
        <a:ea typeface="MS PGothic" pitchFamily="34" charset="-128"/>
        <a:cs typeface="+mn-cs"/>
      </a:defRPr>
    </a:lvl5pPr>
    <a:lvl6pPr marL="9871827" algn="l" defTabSz="3948729" rtl="0" eaLnBrk="1" latinLnBrk="0" hangingPunct="1">
      <a:defRPr kern="1200">
        <a:solidFill>
          <a:schemeClr val="tx1"/>
        </a:solidFill>
        <a:latin typeface="Arial" charset="0"/>
        <a:ea typeface="MS PGothic" pitchFamily="34" charset="-128"/>
        <a:cs typeface="+mn-cs"/>
      </a:defRPr>
    </a:lvl6pPr>
    <a:lvl7pPr marL="11846190" algn="l" defTabSz="3948729" rtl="0" eaLnBrk="1" latinLnBrk="0" hangingPunct="1">
      <a:defRPr kern="1200">
        <a:solidFill>
          <a:schemeClr val="tx1"/>
        </a:solidFill>
        <a:latin typeface="Arial" charset="0"/>
        <a:ea typeface="MS PGothic" pitchFamily="34" charset="-128"/>
        <a:cs typeface="+mn-cs"/>
      </a:defRPr>
    </a:lvl7pPr>
    <a:lvl8pPr marL="13820557" algn="l" defTabSz="3948729" rtl="0" eaLnBrk="1" latinLnBrk="0" hangingPunct="1">
      <a:defRPr kern="1200">
        <a:solidFill>
          <a:schemeClr val="tx1"/>
        </a:solidFill>
        <a:latin typeface="Arial" charset="0"/>
        <a:ea typeface="MS PGothic" pitchFamily="34" charset="-128"/>
        <a:cs typeface="+mn-cs"/>
      </a:defRPr>
    </a:lvl8pPr>
    <a:lvl9pPr marL="15794919" algn="l" defTabSz="3948729" rtl="0" eaLnBrk="1" latinLnBrk="0" hangingPunct="1">
      <a:defRPr kern="1200">
        <a:solidFill>
          <a:schemeClr val="tx1"/>
        </a:solidFill>
        <a:latin typeface="Arial" charset="0"/>
        <a:ea typeface="MS PGothic" pitchFamily="34" charset="-128"/>
        <a:cs typeface="+mn-cs"/>
      </a:defRPr>
    </a:lvl9pPr>
  </p:defaultTextStyle>
  <p:extLst>
    <p:ext uri="{EFAFB233-063F-42B5-8137-9DF3F51BA10A}">
      <p15:sldGuideLst xmlns:p15="http://schemas.microsoft.com/office/powerpoint/2012/main">
        <p15:guide id="1" orient="horz" pos="6912" userDrawn="1">
          <p15:clr>
            <a:srgbClr val="A4A3A4"/>
          </p15:clr>
        </p15:guide>
        <p15:guide id="2" pos="865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12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07" autoAdjust="0"/>
    <p:restoredTop sz="95781"/>
  </p:normalViewPr>
  <p:slideViewPr>
    <p:cSldViewPr snapToGrid="0" showGuides="1">
      <p:cViewPr>
        <p:scale>
          <a:sx n="34" d="100"/>
          <a:sy n="34" d="100"/>
        </p:scale>
        <p:origin x="1280" y="256"/>
      </p:cViewPr>
      <p:guideLst>
        <p:guide orient="horz" pos="6912"/>
        <p:guide pos="8658"/>
      </p:guideLst>
    </p:cSldViewPr>
  </p:slideViewPr>
  <p:outlineViewPr>
    <p:cViewPr>
      <p:scale>
        <a:sx n="100" d="100"/>
        <a:sy n="100" d="100"/>
      </p:scale>
      <p:origin x="0" y="0"/>
    </p:cViewPr>
  </p:outlineViewPr>
  <p:notesTextViewPr>
    <p:cViewPr>
      <p:scale>
        <a:sx n="1" d="1"/>
        <a:sy n="1" d="1"/>
      </p:scale>
      <p:origin x="0" y="0"/>
    </p:cViewPr>
  </p:notesTextViewPr>
  <p:notesViewPr>
    <p:cSldViewPr snapToGrid="0" showGuides="1">
      <p:cViewPr varScale="1">
        <p:scale>
          <a:sx n="90" d="100"/>
          <a:sy n="90" d="100"/>
        </p:scale>
        <p:origin x="3864"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7F6C181-B82C-4DB2-B066-5B151E0390A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1F826F3-7876-47B3-8114-2597FFE9A3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94459D-4ED9-42C0-9886-E4318E66D659}" type="datetimeFigureOut">
              <a:rPr lang="en-US" smtClean="0"/>
              <a:t>6/3/25</a:t>
            </a:fld>
            <a:endParaRPr lang="en-US"/>
          </a:p>
        </p:txBody>
      </p:sp>
      <p:sp>
        <p:nvSpPr>
          <p:cNvPr id="4" name="Footer Placeholder 3">
            <a:extLst>
              <a:ext uri="{FF2B5EF4-FFF2-40B4-BE49-F238E27FC236}">
                <a16:creationId xmlns:a16="http://schemas.microsoft.com/office/drawing/2014/main" id="{9DD327B3-5476-464E-980C-BBFC7A04D2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B490A86-3E8D-4F4E-A788-A326696223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0A3890-E2AF-42F7-93E9-CC3045D41984}" type="slidenum">
              <a:rPr lang="en-US" smtClean="0"/>
              <a:t>‹n°›</a:t>
            </a:fld>
            <a:endParaRPr lang="en-US"/>
          </a:p>
        </p:txBody>
      </p:sp>
    </p:spTree>
    <p:extLst>
      <p:ext uri="{BB962C8B-B14F-4D97-AF65-F5344CB8AC3E}">
        <p14:creationId xmlns:p14="http://schemas.microsoft.com/office/powerpoint/2010/main" val="16668601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B0D4E3-4240-D348-8158-8C8512241F01}" type="datetimeFigureOut">
              <a:rPr lang="en-US" smtClean="0"/>
              <a:t>6/3/25</a:t>
            </a:fld>
            <a:endParaRPr lang="en-US"/>
          </a:p>
        </p:txBody>
      </p:sp>
      <p:sp>
        <p:nvSpPr>
          <p:cNvPr id="4" name="Slide Image Placeholder 3"/>
          <p:cNvSpPr>
            <a:spLocks noGrp="1" noRot="1" noChangeAspect="1"/>
          </p:cNvSpPr>
          <p:nvPr>
            <p:ph type="sldImg" idx="2"/>
          </p:nvPr>
        </p:nvSpPr>
        <p:spPr>
          <a:xfrm>
            <a:off x="1500188" y="1143000"/>
            <a:ext cx="3857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EEC63-ADBB-0446-8D74-4B0083EE59B6}" type="slidenum">
              <a:rPr lang="en-US" smtClean="0"/>
              <a:t>‹n°›</a:t>
            </a:fld>
            <a:endParaRPr lang="en-US"/>
          </a:p>
        </p:txBody>
      </p:sp>
    </p:spTree>
    <p:extLst>
      <p:ext uri="{BB962C8B-B14F-4D97-AF65-F5344CB8AC3E}">
        <p14:creationId xmlns:p14="http://schemas.microsoft.com/office/powerpoint/2010/main" val="3425362007"/>
      </p:ext>
    </p:extLst>
  </p:cSld>
  <p:clrMap bg1="lt1" tx1="dk1" bg2="lt2" tx2="dk2" accent1="accent1" accent2="accent2" accent3="accent3" accent4="accent4" accent5="accent5" accent6="accent6" hlink="hlink" folHlink="folHlink"/>
  <p:notesStyle>
    <a:lvl1pPr marL="0" algn="l" defTabSz="822686" rtl="0" eaLnBrk="1" latinLnBrk="0" hangingPunct="1">
      <a:defRPr sz="1080" kern="1200">
        <a:solidFill>
          <a:schemeClr val="tx1"/>
        </a:solidFill>
        <a:latin typeface="+mn-lt"/>
        <a:ea typeface="+mn-ea"/>
        <a:cs typeface="+mn-cs"/>
      </a:defRPr>
    </a:lvl1pPr>
    <a:lvl2pPr marL="411343" algn="l" defTabSz="822686" rtl="0" eaLnBrk="1" latinLnBrk="0" hangingPunct="1">
      <a:defRPr sz="1080" kern="1200">
        <a:solidFill>
          <a:schemeClr val="tx1"/>
        </a:solidFill>
        <a:latin typeface="+mn-lt"/>
        <a:ea typeface="+mn-ea"/>
        <a:cs typeface="+mn-cs"/>
      </a:defRPr>
    </a:lvl2pPr>
    <a:lvl3pPr marL="822686" algn="l" defTabSz="822686" rtl="0" eaLnBrk="1" latinLnBrk="0" hangingPunct="1">
      <a:defRPr sz="1080" kern="1200">
        <a:solidFill>
          <a:schemeClr val="tx1"/>
        </a:solidFill>
        <a:latin typeface="+mn-lt"/>
        <a:ea typeface="+mn-ea"/>
        <a:cs typeface="+mn-cs"/>
      </a:defRPr>
    </a:lvl3pPr>
    <a:lvl4pPr marL="1234028" algn="l" defTabSz="822686" rtl="0" eaLnBrk="1" latinLnBrk="0" hangingPunct="1">
      <a:defRPr sz="1080" kern="1200">
        <a:solidFill>
          <a:schemeClr val="tx1"/>
        </a:solidFill>
        <a:latin typeface="+mn-lt"/>
        <a:ea typeface="+mn-ea"/>
        <a:cs typeface="+mn-cs"/>
      </a:defRPr>
    </a:lvl4pPr>
    <a:lvl5pPr marL="1645370" algn="l" defTabSz="822686" rtl="0" eaLnBrk="1" latinLnBrk="0" hangingPunct="1">
      <a:defRPr sz="1080" kern="1200">
        <a:solidFill>
          <a:schemeClr val="tx1"/>
        </a:solidFill>
        <a:latin typeface="+mn-lt"/>
        <a:ea typeface="+mn-ea"/>
        <a:cs typeface="+mn-cs"/>
      </a:defRPr>
    </a:lvl5pPr>
    <a:lvl6pPr marL="2056713" algn="l" defTabSz="822686" rtl="0" eaLnBrk="1" latinLnBrk="0" hangingPunct="1">
      <a:defRPr sz="1080" kern="1200">
        <a:solidFill>
          <a:schemeClr val="tx1"/>
        </a:solidFill>
        <a:latin typeface="+mn-lt"/>
        <a:ea typeface="+mn-ea"/>
        <a:cs typeface="+mn-cs"/>
      </a:defRPr>
    </a:lvl6pPr>
    <a:lvl7pPr marL="2468055" algn="l" defTabSz="822686" rtl="0" eaLnBrk="1" latinLnBrk="0" hangingPunct="1">
      <a:defRPr sz="1080" kern="1200">
        <a:solidFill>
          <a:schemeClr val="tx1"/>
        </a:solidFill>
        <a:latin typeface="+mn-lt"/>
        <a:ea typeface="+mn-ea"/>
        <a:cs typeface="+mn-cs"/>
      </a:defRPr>
    </a:lvl7pPr>
    <a:lvl8pPr marL="2879398" algn="l" defTabSz="822686" rtl="0" eaLnBrk="1" latinLnBrk="0" hangingPunct="1">
      <a:defRPr sz="1080" kern="1200">
        <a:solidFill>
          <a:schemeClr val="tx1"/>
        </a:solidFill>
        <a:latin typeface="+mn-lt"/>
        <a:ea typeface="+mn-ea"/>
        <a:cs typeface="+mn-cs"/>
      </a:defRPr>
    </a:lvl8pPr>
    <a:lvl9pPr marL="3290740" algn="l" defTabSz="822686" rtl="0" eaLnBrk="1" latinLnBrk="0" hangingPunct="1">
      <a:defRPr sz="10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0188" y="1143000"/>
            <a:ext cx="3857625" cy="3086100"/>
          </a:xfrm>
        </p:spPr>
      </p:sp>
      <p:sp>
        <p:nvSpPr>
          <p:cNvPr id="3" name="Notes Placeholder 2"/>
          <p:cNvSpPr>
            <a:spLocks noGrp="1"/>
          </p:cNvSpPr>
          <p:nvPr>
            <p:ph type="body" idx="1"/>
          </p:nvPr>
        </p:nvSpPr>
        <p:spPr/>
        <p:txBody>
          <a:bodyPr/>
          <a:lstStyle/>
          <a:p>
            <a:r>
              <a:rPr lang="en-US" dirty="0"/>
              <a:t>We are living in very exciting times, we are witnessing how autonomous systems are revolutionizing the world we live in. As robots, or autonomous systems, become more pervasive in our everyday life, we find more and more </a:t>
            </a:r>
            <a:r>
              <a:rPr lang="en-US" dirty="0" err="1"/>
              <a:t>sitations</a:t>
            </a:r>
            <a:r>
              <a:rPr lang="en-US" dirty="0"/>
              <a:t> where, we as humans, must interact with them.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D5971F-2B41-A144-9316-2BE9C73EB90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0318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NL"/>
          </a:p>
        </p:txBody>
      </p:sp>
      <p:sp>
        <p:nvSpPr>
          <p:cNvPr id="4" name="Espace réservé du numéro de diapositive 3"/>
          <p:cNvSpPr>
            <a:spLocks noGrp="1"/>
          </p:cNvSpPr>
          <p:nvPr>
            <p:ph type="sldNum" sz="quarter" idx="5"/>
          </p:nvPr>
        </p:nvSpPr>
        <p:spPr/>
        <p:txBody>
          <a:bodyPr/>
          <a:lstStyle/>
          <a:p>
            <a:fld id="{2C9EEC63-ADBB-0446-8D74-4B0083EE59B6}" type="slidenum">
              <a:rPr lang="en-US" smtClean="0"/>
              <a:t>2</a:t>
            </a:fld>
            <a:endParaRPr lang="en-US"/>
          </a:p>
        </p:txBody>
      </p:sp>
    </p:spTree>
    <p:extLst>
      <p:ext uri="{BB962C8B-B14F-4D97-AF65-F5344CB8AC3E}">
        <p14:creationId xmlns:p14="http://schemas.microsoft.com/office/powerpoint/2010/main" val="5496798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9A20FE-6E06-4328-90CF-B411489E016D}"/>
              </a:ext>
            </a:extLst>
          </p:cNvPr>
          <p:cNvSpPr>
            <a:spLocks noGrp="1"/>
          </p:cNvSpPr>
          <p:nvPr>
            <p:ph type="body" sz="quarter" idx="10" hasCustomPrompt="1"/>
          </p:nvPr>
        </p:nvSpPr>
        <p:spPr>
          <a:xfrm>
            <a:off x="879061" y="914404"/>
            <a:ext cx="16872914" cy="1092201"/>
          </a:xfrm>
          <a:prstGeom prst="rect">
            <a:avLst/>
          </a:prstGeom>
        </p:spPr>
        <p:txBody>
          <a:bodyPr lIns="0" rIns="0"/>
          <a:lstStyle>
            <a:lvl1pPr>
              <a:defRPr sz="5500">
                <a:solidFill>
                  <a:schemeClr val="bg1">
                    <a:lumMod val="85000"/>
                    <a:lumOff val="15000"/>
                  </a:schemeClr>
                </a:solidFill>
              </a:defRPr>
            </a:lvl1pPr>
          </a:lstStyle>
          <a:p>
            <a:pPr lvl="0"/>
            <a:r>
              <a:rPr lang="en-US" dirty="0"/>
              <a:t>Title Of Research Poster Should Not Exceed One Line</a:t>
            </a:r>
          </a:p>
        </p:txBody>
      </p:sp>
      <p:sp>
        <p:nvSpPr>
          <p:cNvPr id="16" name="Text Placeholder 15">
            <a:extLst>
              <a:ext uri="{FF2B5EF4-FFF2-40B4-BE49-F238E27FC236}">
                <a16:creationId xmlns:a16="http://schemas.microsoft.com/office/drawing/2014/main" id="{ECBCC92D-CCD5-43FC-82BD-5E9907956AEE}"/>
              </a:ext>
            </a:extLst>
          </p:cNvPr>
          <p:cNvSpPr>
            <a:spLocks noGrp="1"/>
          </p:cNvSpPr>
          <p:nvPr>
            <p:ph type="body" sz="quarter" idx="11" hasCustomPrompt="1"/>
          </p:nvPr>
        </p:nvSpPr>
        <p:spPr>
          <a:xfrm>
            <a:off x="879061" y="2213711"/>
            <a:ext cx="16871582" cy="479426"/>
          </a:xfrm>
          <a:prstGeom prst="rect">
            <a:avLst/>
          </a:prstGeom>
        </p:spPr>
        <p:txBody>
          <a:bodyPr lIns="0" rIns="0"/>
          <a:lstStyle>
            <a:lvl1pPr>
              <a:defRPr sz="1833">
                <a:solidFill>
                  <a:schemeClr val="accent4"/>
                </a:solidFill>
              </a:defRPr>
            </a:lvl1pPr>
          </a:lstStyle>
          <a:p>
            <a:pPr marL="0" marR="0" lvl="0" indent="0" algn="l" defTabSz="762032" rtl="0" eaLnBrk="1" fontAlgn="base" latinLnBrk="0" hangingPunct="1">
              <a:lnSpc>
                <a:spcPct val="90000"/>
              </a:lnSpc>
              <a:spcBef>
                <a:spcPts val="2250"/>
              </a:spcBef>
              <a:spcAft>
                <a:spcPts val="2250"/>
              </a:spcAft>
              <a:buClr>
                <a:schemeClr val="bg2"/>
              </a:buClr>
              <a:buSzPct val="100000"/>
              <a:buFontTx/>
              <a:buNone/>
              <a:tabLst/>
              <a:defRPr/>
            </a:pPr>
            <a:r>
              <a:rPr lang="en-US" dirty="0"/>
              <a:t>Author Name, Author Name, Author Name, Author Name, Author Name</a:t>
            </a:r>
          </a:p>
        </p:txBody>
      </p:sp>
      <p:sp>
        <p:nvSpPr>
          <p:cNvPr id="24" name="Text Placeholder 23">
            <a:extLst>
              <a:ext uri="{FF2B5EF4-FFF2-40B4-BE49-F238E27FC236}">
                <a16:creationId xmlns:a16="http://schemas.microsoft.com/office/drawing/2014/main" id="{7ECF36C5-32FA-4114-B53F-13E5495FC013}"/>
              </a:ext>
            </a:extLst>
          </p:cNvPr>
          <p:cNvSpPr>
            <a:spLocks noGrp="1"/>
          </p:cNvSpPr>
          <p:nvPr>
            <p:ph type="body" sz="quarter" idx="12" hasCustomPrompt="1"/>
          </p:nvPr>
        </p:nvSpPr>
        <p:spPr>
          <a:xfrm>
            <a:off x="879062" y="3579814"/>
            <a:ext cx="8070575" cy="952500"/>
          </a:xfrm>
          <a:prstGeom prst="rect">
            <a:avLst/>
          </a:prstGeom>
        </p:spPr>
        <p:txBody>
          <a:bodyPr lIns="0" tIns="0" rIns="0" bIns="0"/>
          <a:lstStyle>
            <a:lvl1pPr>
              <a:defRPr sz="2834">
                <a:solidFill>
                  <a:schemeClr val="bg1">
                    <a:lumMod val="85000"/>
                    <a:lumOff val="15000"/>
                  </a:schemeClr>
                </a:solidFill>
              </a:defRPr>
            </a:lvl1pPr>
          </a:lstStyle>
          <a:p>
            <a:pPr lvl="0"/>
            <a:r>
              <a:rPr lang="en-US" dirty="0"/>
              <a:t>Headline in 34pt should not extend beyond 2 lines</a:t>
            </a:r>
          </a:p>
        </p:txBody>
      </p:sp>
      <p:sp>
        <p:nvSpPr>
          <p:cNvPr id="6" name="Text Placeholder 5">
            <a:extLst>
              <a:ext uri="{FF2B5EF4-FFF2-40B4-BE49-F238E27FC236}">
                <a16:creationId xmlns:a16="http://schemas.microsoft.com/office/drawing/2014/main" id="{0952501D-B4A7-4951-A638-D5A0F01AFCAE}"/>
              </a:ext>
            </a:extLst>
          </p:cNvPr>
          <p:cNvSpPr>
            <a:spLocks noGrp="1"/>
          </p:cNvSpPr>
          <p:nvPr>
            <p:ph type="body" sz="quarter" idx="15" hasCustomPrompt="1"/>
          </p:nvPr>
        </p:nvSpPr>
        <p:spPr>
          <a:xfrm>
            <a:off x="879062" y="8142806"/>
            <a:ext cx="8071115" cy="2392672"/>
          </a:xfrm>
          <a:prstGeom prst="rect">
            <a:avLst/>
          </a:prstGeom>
        </p:spPr>
        <p:txBody>
          <a:bodyPr lIns="0" tIns="0" rIns="0" bIns="0"/>
          <a:lstStyle>
            <a:lvl1pPr>
              <a:lnSpc>
                <a:spcPct val="100000"/>
              </a:lnSpc>
              <a:spcBef>
                <a:spcPts val="501"/>
              </a:spcBef>
              <a:spcAft>
                <a:spcPts val="501"/>
              </a:spcAft>
              <a:buFontTx/>
              <a:buBlip>
                <a:blip r:embed="rId2"/>
              </a:buBlip>
              <a:defRPr sz="1833">
                <a:solidFill>
                  <a:schemeClr val="accent4"/>
                </a:solidFill>
              </a:defRPr>
            </a:lvl1pPr>
          </a:lstStyle>
          <a:p>
            <a:pPr lvl="0"/>
            <a:r>
              <a:rPr lang="en-US" dirty="0"/>
              <a:t>Bulleted list item</a:t>
            </a:r>
          </a:p>
          <a:p>
            <a:pPr lvl="0"/>
            <a:r>
              <a:rPr lang="en-US" dirty="0"/>
              <a:t>Bulleted list item</a:t>
            </a:r>
          </a:p>
          <a:p>
            <a:pPr lvl="0"/>
            <a:r>
              <a:rPr lang="en-US" dirty="0"/>
              <a:t>Bulleted list item</a:t>
            </a:r>
          </a:p>
          <a:p>
            <a:pPr lvl="0"/>
            <a:r>
              <a:rPr lang="en-US" dirty="0"/>
              <a:t>Bulleted list item</a:t>
            </a:r>
          </a:p>
          <a:p>
            <a:pPr marL="0" marR="0" lvl="0" indent="0" algn="l" defTabSz="762032" rtl="0" eaLnBrk="1" fontAlgn="base" latinLnBrk="0" hangingPunct="1">
              <a:lnSpc>
                <a:spcPct val="100000"/>
              </a:lnSpc>
              <a:spcBef>
                <a:spcPts val="501"/>
              </a:spcBef>
              <a:spcAft>
                <a:spcPts val="501"/>
              </a:spcAft>
              <a:buClr>
                <a:schemeClr val="bg2"/>
              </a:buClr>
              <a:buSzPct val="100000"/>
              <a:buFontTx/>
              <a:buBlip>
                <a:blip r:embed="rId2"/>
              </a:buBlip>
              <a:tabLst/>
              <a:defRPr/>
            </a:pPr>
            <a:r>
              <a:rPr lang="en-US" dirty="0"/>
              <a:t>Bulleted list item</a:t>
            </a:r>
          </a:p>
          <a:p>
            <a:pPr marL="0" marR="0" lvl="0" indent="0" algn="l" defTabSz="762032" rtl="0" eaLnBrk="1" fontAlgn="base" latinLnBrk="0" hangingPunct="1">
              <a:lnSpc>
                <a:spcPct val="100000"/>
              </a:lnSpc>
              <a:spcBef>
                <a:spcPts val="501"/>
              </a:spcBef>
              <a:spcAft>
                <a:spcPts val="501"/>
              </a:spcAft>
              <a:buClr>
                <a:schemeClr val="bg2"/>
              </a:buClr>
              <a:buSzPct val="100000"/>
              <a:buFontTx/>
              <a:buBlip>
                <a:blip r:embed="rId2"/>
              </a:buBlip>
              <a:tabLst/>
              <a:defRPr/>
            </a:pPr>
            <a:endParaRPr lang="en-US" dirty="0"/>
          </a:p>
          <a:p>
            <a:pPr lvl="0"/>
            <a:endParaRPr lang="en-US" dirty="0"/>
          </a:p>
          <a:p>
            <a:pPr lvl="0"/>
            <a:endParaRPr lang="en-US" dirty="0"/>
          </a:p>
        </p:txBody>
      </p:sp>
      <p:sp>
        <p:nvSpPr>
          <p:cNvPr id="14" name="Text Placeholder 23">
            <a:extLst>
              <a:ext uri="{FF2B5EF4-FFF2-40B4-BE49-F238E27FC236}">
                <a16:creationId xmlns:a16="http://schemas.microsoft.com/office/drawing/2014/main" id="{7425A374-D776-49D9-A003-C2F8CF59C6F8}"/>
              </a:ext>
            </a:extLst>
          </p:cNvPr>
          <p:cNvSpPr>
            <a:spLocks noGrp="1"/>
          </p:cNvSpPr>
          <p:nvPr>
            <p:ph type="body" sz="quarter" idx="16" hasCustomPrompt="1"/>
          </p:nvPr>
        </p:nvSpPr>
        <p:spPr>
          <a:xfrm>
            <a:off x="879062" y="11505538"/>
            <a:ext cx="8070575" cy="498702"/>
          </a:xfrm>
          <a:prstGeom prst="rect">
            <a:avLst/>
          </a:prstGeom>
        </p:spPr>
        <p:txBody>
          <a:bodyPr lIns="0" tIns="0" rIns="0" bIns="0"/>
          <a:lstStyle>
            <a:lvl1pPr>
              <a:defRPr sz="2834">
                <a:solidFill>
                  <a:schemeClr val="bg1">
                    <a:lumMod val="85000"/>
                    <a:lumOff val="15000"/>
                  </a:schemeClr>
                </a:solidFill>
              </a:defRPr>
            </a:lvl1pPr>
          </a:lstStyle>
          <a:p>
            <a:pPr lvl="0"/>
            <a:r>
              <a:rPr lang="en-US" dirty="0"/>
              <a:t>Section Header in 34pt Font</a:t>
            </a:r>
          </a:p>
        </p:txBody>
      </p:sp>
      <p:sp>
        <p:nvSpPr>
          <p:cNvPr id="10" name="Picture Placeholder 9">
            <a:extLst>
              <a:ext uri="{FF2B5EF4-FFF2-40B4-BE49-F238E27FC236}">
                <a16:creationId xmlns:a16="http://schemas.microsoft.com/office/drawing/2014/main" id="{9B07FD92-E5E7-48CE-A3BE-0F3EF9113CB6}"/>
              </a:ext>
            </a:extLst>
          </p:cNvPr>
          <p:cNvSpPr>
            <a:spLocks noGrp="1"/>
          </p:cNvSpPr>
          <p:nvPr>
            <p:ph type="pic" sz="quarter" idx="19"/>
          </p:nvPr>
        </p:nvSpPr>
        <p:spPr>
          <a:xfrm>
            <a:off x="878419" y="15579362"/>
            <a:ext cx="8071115" cy="4981941"/>
          </a:xfrm>
          <a:prstGeom prst="rect">
            <a:avLst/>
          </a:prstGeom>
        </p:spPr>
        <p:txBody>
          <a:bodyPr anchor="ctr"/>
          <a:lstStyle>
            <a:lvl1pPr algn="ctr">
              <a:defRPr/>
            </a:lvl1pPr>
          </a:lstStyle>
          <a:p>
            <a:endParaRPr lang="en-US" dirty="0"/>
          </a:p>
        </p:txBody>
      </p:sp>
      <p:sp>
        <p:nvSpPr>
          <p:cNvPr id="25" name="Text Placeholder 23">
            <a:extLst>
              <a:ext uri="{FF2B5EF4-FFF2-40B4-BE49-F238E27FC236}">
                <a16:creationId xmlns:a16="http://schemas.microsoft.com/office/drawing/2014/main" id="{0B22489F-A04E-467F-A466-CCE61BF0AFC1}"/>
              </a:ext>
            </a:extLst>
          </p:cNvPr>
          <p:cNvSpPr>
            <a:spLocks noGrp="1"/>
          </p:cNvSpPr>
          <p:nvPr>
            <p:ph type="body" sz="quarter" idx="20" hasCustomPrompt="1"/>
          </p:nvPr>
        </p:nvSpPr>
        <p:spPr>
          <a:xfrm>
            <a:off x="9680715" y="3579815"/>
            <a:ext cx="8070575" cy="498702"/>
          </a:xfrm>
          <a:prstGeom prst="rect">
            <a:avLst/>
          </a:prstGeom>
        </p:spPr>
        <p:txBody>
          <a:bodyPr lIns="0" tIns="0" rIns="0" bIns="0"/>
          <a:lstStyle>
            <a:lvl1pPr>
              <a:defRPr sz="2834">
                <a:solidFill>
                  <a:schemeClr val="bg1">
                    <a:lumMod val="85000"/>
                    <a:lumOff val="15000"/>
                  </a:schemeClr>
                </a:solidFill>
              </a:defRPr>
            </a:lvl1pPr>
          </a:lstStyle>
          <a:p>
            <a:pPr lvl="0"/>
            <a:r>
              <a:rPr lang="en-US" dirty="0"/>
              <a:t>Section Header in 34pt Font</a:t>
            </a:r>
          </a:p>
        </p:txBody>
      </p:sp>
      <p:sp>
        <p:nvSpPr>
          <p:cNvPr id="39" name="Picture Placeholder 9">
            <a:extLst>
              <a:ext uri="{FF2B5EF4-FFF2-40B4-BE49-F238E27FC236}">
                <a16:creationId xmlns:a16="http://schemas.microsoft.com/office/drawing/2014/main" id="{B500BDF4-0B17-45C8-8B5F-40BA36C0AA22}"/>
              </a:ext>
            </a:extLst>
          </p:cNvPr>
          <p:cNvSpPr>
            <a:spLocks noGrp="1"/>
          </p:cNvSpPr>
          <p:nvPr>
            <p:ph type="pic" sz="quarter" idx="23"/>
          </p:nvPr>
        </p:nvSpPr>
        <p:spPr>
          <a:xfrm>
            <a:off x="18481827" y="3579815"/>
            <a:ext cx="8071115" cy="4981941"/>
          </a:xfrm>
          <a:prstGeom prst="rect">
            <a:avLst/>
          </a:prstGeom>
        </p:spPr>
        <p:txBody>
          <a:bodyPr anchor="ctr"/>
          <a:lstStyle>
            <a:lvl1pPr algn="ctr">
              <a:defRPr/>
            </a:lvl1pPr>
          </a:lstStyle>
          <a:p>
            <a:endParaRPr lang="en-US" dirty="0"/>
          </a:p>
        </p:txBody>
      </p:sp>
      <p:sp>
        <p:nvSpPr>
          <p:cNvPr id="41" name="Text Placeholder 23">
            <a:extLst>
              <a:ext uri="{FF2B5EF4-FFF2-40B4-BE49-F238E27FC236}">
                <a16:creationId xmlns:a16="http://schemas.microsoft.com/office/drawing/2014/main" id="{4D5BBF79-F14F-416A-B018-4F4A02E5C227}"/>
              </a:ext>
            </a:extLst>
          </p:cNvPr>
          <p:cNvSpPr>
            <a:spLocks noGrp="1"/>
          </p:cNvSpPr>
          <p:nvPr>
            <p:ph type="body" sz="quarter" idx="24" hasCustomPrompt="1"/>
          </p:nvPr>
        </p:nvSpPr>
        <p:spPr>
          <a:xfrm>
            <a:off x="18481827" y="9544864"/>
            <a:ext cx="8070575" cy="498702"/>
          </a:xfrm>
          <a:prstGeom prst="rect">
            <a:avLst/>
          </a:prstGeom>
        </p:spPr>
        <p:txBody>
          <a:bodyPr lIns="0" tIns="0" rIns="0" bIns="0"/>
          <a:lstStyle>
            <a:lvl1pPr>
              <a:defRPr sz="2834">
                <a:solidFill>
                  <a:schemeClr val="bg1">
                    <a:lumMod val="85000"/>
                    <a:lumOff val="15000"/>
                  </a:schemeClr>
                </a:solidFill>
              </a:defRPr>
            </a:lvl1pPr>
          </a:lstStyle>
          <a:p>
            <a:pPr lvl="0"/>
            <a:r>
              <a:rPr lang="en-US" dirty="0"/>
              <a:t>Section Header in 34pt Font</a:t>
            </a:r>
          </a:p>
        </p:txBody>
      </p:sp>
      <p:sp>
        <p:nvSpPr>
          <p:cNvPr id="5" name="Text Placeholder 4">
            <a:extLst>
              <a:ext uri="{FF2B5EF4-FFF2-40B4-BE49-F238E27FC236}">
                <a16:creationId xmlns:a16="http://schemas.microsoft.com/office/drawing/2014/main" id="{41CC5C35-0EBD-4188-9A13-40C0C07ABED2}"/>
              </a:ext>
            </a:extLst>
          </p:cNvPr>
          <p:cNvSpPr>
            <a:spLocks noGrp="1"/>
          </p:cNvSpPr>
          <p:nvPr>
            <p:ph type="body" sz="quarter" idx="29" hasCustomPrompt="1"/>
          </p:nvPr>
        </p:nvSpPr>
        <p:spPr>
          <a:xfrm>
            <a:off x="878419" y="4852885"/>
            <a:ext cx="8071115" cy="2979842"/>
          </a:xfrm>
          <a:prstGeom prst="rect">
            <a:avLst/>
          </a:prstGeom>
        </p:spPr>
        <p:txBody>
          <a:bodyPr lIns="0" tIns="0" rIns="0" bIns="0" anchor="t"/>
          <a:lstStyle>
            <a:lvl1pPr>
              <a:lnSpc>
                <a:spcPct val="130000"/>
              </a:lnSpc>
              <a:defRPr sz="1833"/>
            </a:lvl1pPr>
          </a:lstStyle>
          <a:p>
            <a:pPr lvl="0"/>
            <a:r>
              <a:rPr lang="en-US" dirty="0"/>
              <a:t>This section is an example of a paragraph. When creating sections, regardless of whether you're putting in text or images, always try to align to the edges. This poster canvas is broken into 3 columns, and aligning to the edges will make it much easier for viewers to differentiate sections and read information. The same is true of horizontal spaces between sections, try to space them equally and with a good amount of breathing room in between each.</a:t>
            </a:r>
          </a:p>
        </p:txBody>
      </p:sp>
      <p:sp>
        <p:nvSpPr>
          <p:cNvPr id="34" name="Text Placeholder 4">
            <a:extLst>
              <a:ext uri="{FF2B5EF4-FFF2-40B4-BE49-F238E27FC236}">
                <a16:creationId xmlns:a16="http://schemas.microsoft.com/office/drawing/2014/main" id="{DA23BED9-28C4-4662-9960-E53F56B6E23F}"/>
              </a:ext>
            </a:extLst>
          </p:cNvPr>
          <p:cNvSpPr>
            <a:spLocks noGrp="1"/>
          </p:cNvSpPr>
          <p:nvPr>
            <p:ph type="body" sz="quarter" idx="30" hasCustomPrompt="1"/>
          </p:nvPr>
        </p:nvSpPr>
        <p:spPr>
          <a:xfrm>
            <a:off x="9680174" y="10336700"/>
            <a:ext cx="8071115" cy="2156694"/>
          </a:xfrm>
          <a:prstGeom prst="rect">
            <a:avLst/>
          </a:prstGeom>
        </p:spPr>
        <p:txBody>
          <a:bodyPr lIns="0" tIns="0" rIns="0" bIns="0" anchor="t"/>
          <a:lstStyle>
            <a:lvl1pPr>
              <a:lnSpc>
                <a:spcPct val="130000"/>
              </a:lnSpc>
              <a:defRPr sz="1833"/>
            </a:lvl1pPr>
          </a:lstStyle>
          <a:p>
            <a:pPr lvl="0"/>
            <a:r>
              <a:rPr lang="en-US" dirty="0"/>
              <a:t>This section is an example of a paragraph.  When creating sections, regardless of whether you're putting in text or images, always try to align to the edges. This poster canvas is broken into 3 columns, and aligning to the edges will make it much easier for viewers to differentiate sections and read information. </a:t>
            </a:r>
          </a:p>
        </p:txBody>
      </p:sp>
      <p:sp>
        <p:nvSpPr>
          <p:cNvPr id="36" name="Text Placeholder 4">
            <a:extLst>
              <a:ext uri="{FF2B5EF4-FFF2-40B4-BE49-F238E27FC236}">
                <a16:creationId xmlns:a16="http://schemas.microsoft.com/office/drawing/2014/main" id="{9E24A9AC-7DBC-44EA-B57B-C166FE47C0E1}"/>
              </a:ext>
            </a:extLst>
          </p:cNvPr>
          <p:cNvSpPr>
            <a:spLocks noGrp="1"/>
          </p:cNvSpPr>
          <p:nvPr>
            <p:ph type="body" sz="quarter" idx="31" hasCustomPrompt="1"/>
          </p:nvPr>
        </p:nvSpPr>
        <p:spPr>
          <a:xfrm>
            <a:off x="875951" y="13117763"/>
            <a:ext cx="8071115" cy="2156694"/>
          </a:xfrm>
          <a:prstGeom prst="rect">
            <a:avLst/>
          </a:prstGeom>
        </p:spPr>
        <p:txBody>
          <a:bodyPr lIns="0" tIns="0" rIns="0" bIns="0" anchor="t"/>
          <a:lstStyle>
            <a:lvl1pPr>
              <a:lnSpc>
                <a:spcPct val="130000"/>
              </a:lnSpc>
              <a:defRPr sz="1833"/>
            </a:lvl1pPr>
          </a:lstStyle>
          <a:p>
            <a:pPr lvl="0"/>
            <a:r>
              <a:rPr lang="en-US" dirty="0"/>
              <a:t>This section is an example of a paragraph.  When creating sections, regardless of whether you're putting in text or images, always try to align to the edges. This poster canvas is broken into 3 columns, and aligning to the edges will make it much easier for viewers to differentiate sections and read information. </a:t>
            </a:r>
          </a:p>
        </p:txBody>
      </p:sp>
      <p:sp>
        <p:nvSpPr>
          <p:cNvPr id="38" name="Text Placeholder 4">
            <a:extLst>
              <a:ext uri="{FF2B5EF4-FFF2-40B4-BE49-F238E27FC236}">
                <a16:creationId xmlns:a16="http://schemas.microsoft.com/office/drawing/2014/main" id="{D7F25FE5-F834-4B6F-93FF-8F2941FFB73C}"/>
              </a:ext>
            </a:extLst>
          </p:cNvPr>
          <p:cNvSpPr>
            <a:spLocks noGrp="1"/>
          </p:cNvSpPr>
          <p:nvPr>
            <p:ph type="body" sz="quarter" idx="32" hasCustomPrompt="1"/>
          </p:nvPr>
        </p:nvSpPr>
        <p:spPr>
          <a:xfrm>
            <a:off x="875950" y="12319094"/>
            <a:ext cx="8070572" cy="493768"/>
          </a:xfrm>
          <a:prstGeom prst="rect">
            <a:avLst/>
          </a:prstGeom>
        </p:spPr>
        <p:txBody>
          <a:bodyPr lIns="0" tIns="0" rIns="0" bIns="0" anchor="t"/>
          <a:lstStyle>
            <a:lvl1pPr>
              <a:lnSpc>
                <a:spcPct val="130000"/>
              </a:lnSpc>
              <a:defRPr sz="1833">
                <a:solidFill>
                  <a:schemeClr val="bg1">
                    <a:lumMod val="85000"/>
                    <a:lumOff val="15000"/>
                  </a:schemeClr>
                </a:solidFill>
              </a:defRPr>
            </a:lvl1pPr>
          </a:lstStyle>
          <a:p>
            <a:pPr lvl="0"/>
            <a:r>
              <a:rPr lang="en-US" dirty="0"/>
              <a:t>Optional section descriptor in 22pt font</a:t>
            </a:r>
          </a:p>
        </p:txBody>
      </p:sp>
      <p:sp>
        <p:nvSpPr>
          <p:cNvPr id="44" name="Text Placeholder 4">
            <a:extLst>
              <a:ext uri="{FF2B5EF4-FFF2-40B4-BE49-F238E27FC236}">
                <a16:creationId xmlns:a16="http://schemas.microsoft.com/office/drawing/2014/main" id="{3CFFD2CC-DB5E-4736-AD92-4A4D825C1E29}"/>
              </a:ext>
            </a:extLst>
          </p:cNvPr>
          <p:cNvSpPr>
            <a:spLocks noGrp="1"/>
          </p:cNvSpPr>
          <p:nvPr>
            <p:ph type="body" sz="quarter" idx="33" hasCustomPrompt="1"/>
          </p:nvPr>
        </p:nvSpPr>
        <p:spPr>
          <a:xfrm>
            <a:off x="9680071" y="4387521"/>
            <a:ext cx="8070572" cy="493768"/>
          </a:xfrm>
          <a:prstGeom prst="rect">
            <a:avLst/>
          </a:prstGeom>
        </p:spPr>
        <p:txBody>
          <a:bodyPr lIns="0" tIns="0" rIns="0" bIns="0" anchor="t"/>
          <a:lstStyle>
            <a:lvl1pPr>
              <a:lnSpc>
                <a:spcPct val="130000"/>
              </a:lnSpc>
              <a:defRPr sz="1833">
                <a:solidFill>
                  <a:schemeClr val="bg1">
                    <a:lumMod val="85000"/>
                    <a:lumOff val="15000"/>
                  </a:schemeClr>
                </a:solidFill>
              </a:defRPr>
            </a:lvl1pPr>
          </a:lstStyle>
          <a:p>
            <a:pPr lvl="0"/>
            <a:r>
              <a:rPr lang="en-US" dirty="0"/>
              <a:t>Optional section descriptor in 22pt font</a:t>
            </a:r>
          </a:p>
        </p:txBody>
      </p:sp>
      <p:sp>
        <p:nvSpPr>
          <p:cNvPr id="48" name="Text Placeholder 4">
            <a:extLst>
              <a:ext uri="{FF2B5EF4-FFF2-40B4-BE49-F238E27FC236}">
                <a16:creationId xmlns:a16="http://schemas.microsoft.com/office/drawing/2014/main" id="{24F621C4-9786-4428-A752-9AEF475BE381}"/>
              </a:ext>
            </a:extLst>
          </p:cNvPr>
          <p:cNvSpPr>
            <a:spLocks noGrp="1"/>
          </p:cNvSpPr>
          <p:nvPr>
            <p:ph type="body" sz="quarter" idx="34" hasCustomPrompt="1"/>
          </p:nvPr>
        </p:nvSpPr>
        <p:spPr>
          <a:xfrm>
            <a:off x="18478260" y="11160663"/>
            <a:ext cx="8071115" cy="2156694"/>
          </a:xfrm>
          <a:prstGeom prst="rect">
            <a:avLst/>
          </a:prstGeom>
        </p:spPr>
        <p:txBody>
          <a:bodyPr lIns="0" tIns="0" rIns="0" bIns="0" anchor="t"/>
          <a:lstStyle>
            <a:lvl1pPr>
              <a:lnSpc>
                <a:spcPct val="130000"/>
              </a:lnSpc>
              <a:defRPr sz="1833"/>
            </a:lvl1pPr>
          </a:lstStyle>
          <a:p>
            <a:pPr lvl="0"/>
            <a:r>
              <a:rPr lang="en-US" dirty="0"/>
              <a:t>This section is an example of a paragraph.  When creating sections, regardless of whether you're putting in text or images, always try to align to the edges. This poster canvas is broken into 3 columns, and aligning to the edges will make it much easier for viewers to differentiate sections and read information. </a:t>
            </a:r>
          </a:p>
        </p:txBody>
      </p:sp>
      <p:sp>
        <p:nvSpPr>
          <p:cNvPr id="50" name="Text Placeholder 4">
            <a:extLst>
              <a:ext uri="{FF2B5EF4-FFF2-40B4-BE49-F238E27FC236}">
                <a16:creationId xmlns:a16="http://schemas.microsoft.com/office/drawing/2014/main" id="{5F5371F5-CB1E-4FC4-9D5B-1FBBFCE45E82}"/>
              </a:ext>
            </a:extLst>
          </p:cNvPr>
          <p:cNvSpPr>
            <a:spLocks noGrp="1"/>
          </p:cNvSpPr>
          <p:nvPr>
            <p:ph type="body" sz="quarter" idx="35" hasCustomPrompt="1"/>
          </p:nvPr>
        </p:nvSpPr>
        <p:spPr>
          <a:xfrm>
            <a:off x="18478258" y="10361992"/>
            <a:ext cx="8070572" cy="493768"/>
          </a:xfrm>
          <a:prstGeom prst="rect">
            <a:avLst/>
          </a:prstGeom>
        </p:spPr>
        <p:txBody>
          <a:bodyPr lIns="0" tIns="0" rIns="0" bIns="0" anchor="t"/>
          <a:lstStyle>
            <a:lvl1pPr>
              <a:lnSpc>
                <a:spcPct val="130000"/>
              </a:lnSpc>
              <a:defRPr sz="1833">
                <a:solidFill>
                  <a:schemeClr val="bg1">
                    <a:lumMod val="85000"/>
                    <a:lumOff val="15000"/>
                  </a:schemeClr>
                </a:solidFill>
              </a:defRPr>
            </a:lvl1pPr>
          </a:lstStyle>
          <a:p>
            <a:pPr lvl="0"/>
            <a:r>
              <a:rPr lang="en-US" dirty="0"/>
              <a:t>Optional section descriptor in 22pt font</a:t>
            </a:r>
          </a:p>
        </p:txBody>
      </p:sp>
      <p:sp>
        <p:nvSpPr>
          <p:cNvPr id="51" name="Text Placeholder 4">
            <a:extLst>
              <a:ext uri="{FF2B5EF4-FFF2-40B4-BE49-F238E27FC236}">
                <a16:creationId xmlns:a16="http://schemas.microsoft.com/office/drawing/2014/main" id="{0E4F0632-ADE3-42F3-8659-516BA4E60375}"/>
              </a:ext>
            </a:extLst>
          </p:cNvPr>
          <p:cNvSpPr>
            <a:spLocks noGrp="1"/>
          </p:cNvSpPr>
          <p:nvPr>
            <p:ph type="body" sz="quarter" idx="36" hasCustomPrompt="1"/>
          </p:nvPr>
        </p:nvSpPr>
        <p:spPr>
          <a:xfrm>
            <a:off x="18478258" y="16948557"/>
            <a:ext cx="8070572" cy="493768"/>
          </a:xfrm>
          <a:prstGeom prst="rect">
            <a:avLst/>
          </a:prstGeom>
        </p:spPr>
        <p:txBody>
          <a:bodyPr lIns="0" tIns="0" rIns="0" bIns="0" anchor="t"/>
          <a:lstStyle>
            <a:lvl1pPr>
              <a:lnSpc>
                <a:spcPct val="130000"/>
              </a:lnSpc>
              <a:defRPr sz="1833">
                <a:solidFill>
                  <a:schemeClr val="bg1">
                    <a:lumMod val="85000"/>
                    <a:lumOff val="15000"/>
                  </a:schemeClr>
                </a:solidFill>
              </a:defRPr>
            </a:lvl1pPr>
          </a:lstStyle>
          <a:p>
            <a:pPr lvl="0"/>
            <a:r>
              <a:rPr lang="en-US" dirty="0"/>
              <a:t>References</a:t>
            </a:r>
          </a:p>
        </p:txBody>
      </p:sp>
      <p:sp>
        <p:nvSpPr>
          <p:cNvPr id="13" name="Text Placeholder 12">
            <a:extLst>
              <a:ext uri="{FF2B5EF4-FFF2-40B4-BE49-F238E27FC236}">
                <a16:creationId xmlns:a16="http://schemas.microsoft.com/office/drawing/2014/main" id="{215D0DAD-E1B6-474C-9D63-B5C291FC3330}"/>
              </a:ext>
            </a:extLst>
          </p:cNvPr>
          <p:cNvSpPr>
            <a:spLocks noGrp="1"/>
          </p:cNvSpPr>
          <p:nvPr>
            <p:ph type="body" sz="quarter" idx="37" hasCustomPrompt="1"/>
          </p:nvPr>
        </p:nvSpPr>
        <p:spPr>
          <a:xfrm>
            <a:off x="18478501" y="17730877"/>
            <a:ext cx="8069792" cy="3229185"/>
          </a:xfrm>
          <a:prstGeom prst="rect">
            <a:avLst/>
          </a:prstGeom>
        </p:spPr>
        <p:txBody>
          <a:bodyPr wrap="square" lIns="0" tIns="0" rIns="0" bIns="0"/>
          <a:lstStyle>
            <a:lvl1pPr>
              <a:lnSpc>
                <a:spcPct val="100000"/>
              </a:lnSpc>
              <a:spcBef>
                <a:spcPts val="501"/>
              </a:spcBef>
              <a:spcAft>
                <a:spcPts val="501"/>
              </a:spcAft>
              <a:defRPr sz="1250">
                <a:solidFill>
                  <a:schemeClr val="accent4"/>
                </a:solidFill>
              </a:defRPr>
            </a:lvl1pPr>
          </a:lstStyle>
          <a:p>
            <a:pPr lvl="0"/>
            <a:r>
              <a:rPr lang="en-US" dirty="0"/>
              <a:t>References in 15pt font </a:t>
            </a:r>
          </a:p>
          <a:p>
            <a:pPr lvl="0"/>
            <a:r>
              <a:rPr lang="en-US" dirty="0"/>
              <a:t>Homer W Simpson (2013). “Donuts taste good.” In: IEEE 13th </a:t>
            </a:r>
            <a:r>
              <a:rPr lang="en-US" dirty="0" err="1"/>
              <a:t>Internation</a:t>
            </a:r>
            <a:r>
              <a:rPr lang="en-US" dirty="0"/>
              <a:t> Conference on Data Mining. IEEE, pp. 405-409</a:t>
            </a:r>
          </a:p>
          <a:p>
            <a:pPr lvl="0"/>
            <a:r>
              <a:rPr lang="en-US" dirty="0"/>
              <a:t>Marge Simpson (2010). “Blue hair looks nice.”. In: Nature communications 1, p. 622.</a:t>
            </a:r>
          </a:p>
          <a:p>
            <a:pPr lvl="0"/>
            <a:r>
              <a:rPr lang="en-US" dirty="0"/>
              <a:t>Bart Simpson (2013). “Hello”. In: IEEE Simpsons.</a:t>
            </a:r>
          </a:p>
        </p:txBody>
      </p:sp>
      <p:sp>
        <p:nvSpPr>
          <p:cNvPr id="3" name="Text Placeholder 2">
            <a:extLst>
              <a:ext uri="{FF2B5EF4-FFF2-40B4-BE49-F238E27FC236}">
                <a16:creationId xmlns:a16="http://schemas.microsoft.com/office/drawing/2014/main" id="{6C624AD6-D929-4E71-BCB2-21B172670672}"/>
              </a:ext>
            </a:extLst>
          </p:cNvPr>
          <p:cNvSpPr>
            <a:spLocks noGrp="1"/>
          </p:cNvSpPr>
          <p:nvPr>
            <p:ph type="body" sz="quarter" idx="40" hasCustomPrompt="1"/>
          </p:nvPr>
        </p:nvSpPr>
        <p:spPr>
          <a:xfrm>
            <a:off x="875773" y="20660024"/>
            <a:ext cx="8071115" cy="300038"/>
          </a:xfrm>
          <a:prstGeom prst="rect">
            <a:avLst/>
          </a:prstGeom>
        </p:spPr>
        <p:txBody>
          <a:bodyPr/>
          <a:lstStyle>
            <a:lvl1pPr algn="ctr">
              <a:defRPr sz="1250">
                <a:solidFill>
                  <a:schemeClr val="accent5"/>
                </a:solidFill>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z="1250" dirty="0"/>
              <a:t>Option caption for images, charts, and graphs</a:t>
            </a:r>
            <a:endParaRPr lang="en-US" dirty="0"/>
          </a:p>
        </p:txBody>
      </p:sp>
      <p:sp>
        <p:nvSpPr>
          <p:cNvPr id="27" name="Text Placeholder 2">
            <a:extLst>
              <a:ext uri="{FF2B5EF4-FFF2-40B4-BE49-F238E27FC236}">
                <a16:creationId xmlns:a16="http://schemas.microsoft.com/office/drawing/2014/main" id="{3552D94B-93A3-4EDE-AABF-CD4BA604E84E}"/>
              </a:ext>
            </a:extLst>
          </p:cNvPr>
          <p:cNvSpPr>
            <a:spLocks noGrp="1"/>
          </p:cNvSpPr>
          <p:nvPr>
            <p:ph type="body" sz="quarter" idx="41" hasCustomPrompt="1"/>
          </p:nvPr>
        </p:nvSpPr>
        <p:spPr>
          <a:xfrm>
            <a:off x="18483426" y="8676493"/>
            <a:ext cx="8071115" cy="300038"/>
          </a:xfrm>
          <a:prstGeom prst="rect">
            <a:avLst/>
          </a:prstGeom>
        </p:spPr>
        <p:txBody>
          <a:bodyPr/>
          <a:lstStyle>
            <a:lvl1pPr algn="ctr">
              <a:defRPr sz="1250">
                <a:solidFill>
                  <a:schemeClr val="accent5"/>
                </a:solidFill>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z="1250" dirty="0"/>
              <a:t>Option caption for images, charts, and graphs</a:t>
            </a:r>
            <a:endParaRPr lang="en-US" dirty="0"/>
          </a:p>
        </p:txBody>
      </p:sp>
      <p:sp>
        <p:nvSpPr>
          <p:cNvPr id="12" name="Picture Placeholder 11">
            <a:extLst>
              <a:ext uri="{FF2B5EF4-FFF2-40B4-BE49-F238E27FC236}">
                <a16:creationId xmlns:a16="http://schemas.microsoft.com/office/drawing/2014/main" id="{F51C02F2-904D-4844-B097-4FC7E9BC8CBC}"/>
              </a:ext>
            </a:extLst>
          </p:cNvPr>
          <p:cNvSpPr>
            <a:spLocks noGrp="1"/>
          </p:cNvSpPr>
          <p:nvPr>
            <p:ph type="pic" sz="quarter" idx="42" hasCustomPrompt="1"/>
          </p:nvPr>
        </p:nvSpPr>
        <p:spPr>
          <a:xfrm>
            <a:off x="20073258" y="1123952"/>
            <a:ext cx="2856707" cy="647700"/>
          </a:xfrm>
          <a:prstGeom prst="rect">
            <a:avLst/>
          </a:prstGeom>
        </p:spPr>
        <p:txBody>
          <a:bodyPr anchor="ctr"/>
          <a:lstStyle>
            <a:lvl1pPr algn="ctr">
              <a:defRPr sz="2668">
                <a:solidFill>
                  <a:schemeClr val="accent5"/>
                </a:solidFill>
              </a:defRPr>
            </a:lvl1pPr>
          </a:lstStyle>
          <a:p>
            <a:r>
              <a:rPr lang="en-US" dirty="0"/>
              <a:t>Logo goes here</a:t>
            </a:r>
          </a:p>
        </p:txBody>
      </p:sp>
    </p:spTree>
    <p:extLst>
      <p:ext uri="{BB962C8B-B14F-4D97-AF65-F5344CB8AC3E}">
        <p14:creationId xmlns:p14="http://schemas.microsoft.com/office/powerpoint/2010/main" val="698337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912" userDrawn="1">
          <p15:clr>
            <a:srgbClr val="FBAE40"/>
          </p15:clr>
        </p15:guide>
        <p15:guide id="2" pos="86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39EA8-E22D-0343-BB38-E5B9560FF294}"/>
              </a:ext>
            </a:extLst>
          </p:cNvPr>
          <p:cNvSpPr>
            <a:spLocks noGrp="1"/>
          </p:cNvSpPr>
          <p:nvPr>
            <p:ph type="ctrTitle"/>
          </p:nvPr>
        </p:nvSpPr>
        <p:spPr>
          <a:xfrm>
            <a:off x="1440180" y="10241284"/>
            <a:ext cx="24803100" cy="6338826"/>
          </a:xfrm>
        </p:spPr>
        <p:txBody>
          <a:bodyPr anchor="b"/>
          <a:lstStyle>
            <a:lvl1pPr algn="l">
              <a:defRPr sz="13501"/>
            </a:lvl1pPr>
          </a:lstStyle>
          <a:p>
            <a:r>
              <a:rPr lang="en-US" dirty="0"/>
              <a:t>Click to edit Master title style</a:t>
            </a:r>
          </a:p>
        </p:txBody>
      </p:sp>
      <p:sp>
        <p:nvSpPr>
          <p:cNvPr id="3" name="Subtitle 2">
            <a:extLst>
              <a:ext uri="{FF2B5EF4-FFF2-40B4-BE49-F238E27FC236}">
                <a16:creationId xmlns:a16="http://schemas.microsoft.com/office/drawing/2014/main" id="{87D604BF-6B8D-5F43-89FB-4BF55D88E2B7}"/>
              </a:ext>
            </a:extLst>
          </p:cNvPr>
          <p:cNvSpPr>
            <a:spLocks noGrp="1"/>
          </p:cNvSpPr>
          <p:nvPr>
            <p:ph type="subTitle" idx="1"/>
          </p:nvPr>
        </p:nvSpPr>
        <p:spPr>
          <a:xfrm>
            <a:off x="1440180" y="16874752"/>
            <a:ext cx="24803100" cy="2648711"/>
          </a:xfrm>
        </p:spPr>
        <p:txBody>
          <a:bodyPr/>
          <a:lstStyle>
            <a:lvl1pPr marL="0" indent="0" algn="l">
              <a:buNone/>
              <a:defRPr sz="5400"/>
            </a:lvl1pPr>
            <a:lvl2pPr marL="1028752" indent="0" algn="ctr">
              <a:buNone/>
              <a:defRPr sz="4500"/>
            </a:lvl2pPr>
            <a:lvl3pPr marL="2057503" indent="0" algn="ctr">
              <a:buNone/>
              <a:defRPr sz="4050"/>
            </a:lvl3pPr>
            <a:lvl4pPr marL="3086255" indent="0" algn="ctr">
              <a:buNone/>
              <a:defRPr sz="3600"/>
            </a:lvl4pPr>
            <a:lvl5pPr marL="4115006" indent="0" algn="ctr">
              <a:buNone/>
              <a:defRPr sz="3600"/>
            </a:lvl5pPr>
            <a:lvl6pPr marL="5143758" indent="0" algn="ctr">
              <a:buNone/>
              <a:defRPr sz="3600"/>
            </a:lvl6pPr>
            <a:lvl7pPr marL="6172508" indent="0" algn="ctr">
              <a:buNone/>
              <a:defRPr sz="3600"/>
            </a:lvl7pPr>
            <a:lvl8pPr marL="7201260" indent="0" algn="ctr">
              <a:buNone/>
              <a:defRPr sz="3600"/>
            </a:lvl8pPr>
            <a:lvl9pPr marL="8230012" indent="0" algn="ctr">
              <a:buNone/>
              <a:defRPr sz="3600"/>
            </a:lvl9pPr>
          </a:lstStyle>
          <a:p>
            <a:r>
              <a:rPr lang="en-US"/>
              <a:t>Click to edit Master subtitle style</a:t>
            </a:r>
          </a:p>
        </p:txBody>
      </p:sp>
    </p:spTree>
    <p:extLst>
      <p:ext uri="{BB962C8B-B14F-4D97-AF65-F5344CB8AC3E}">
        <p14:creationId xmlns:p14="http://schemas.microsoft.com/office/powerpoint/2010/main" val="30381055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extLst>
    <p:ext uri="{DCECCB84-F9BA-43D5-87BE-67443E8EF086}">
      <p15:sldGuideLst xmlns:p15="http://schemas.microsoft.com/office/powerpoint/2012/main">
        <p15:guide id="1" orient="horz" pos="1728"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5F801-6CF1-7B4D-92DE-6F3089F11B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5D478-313C-0442-AE32-FDF47BEF2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BAC474A9-7AA0-1247-9750-E89A05D26767}"/>
              </a:ext>
            </a:extLst>
          </p:cNvPr>
          <p:cNvSpPr>
            <a:spLocks noGrp="1"/>
          </p:cNvSpPr>
          <p:nvPr>
            <p:ph type="ftr" sz="quarter" idx="3"/>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8" name="Slide Number Placeholder 5">
            <a:extLst>
              <a:ext uri="{FF2B5EF4-FFF2-40B4-BE49-F238E27FC236}">
                <a16:creationId xmlns:a16="http://schemas.microsoft.com/office/drawing/2014/main" id="{7A5AE817-0BA6-7F4B-9BD0-69AFC8583299}"/>
              </a:ext>
            </a:extLst>
          </p:cNvPr>
          <p:cNvSpPr>
            <a:spLocks noGrp="1"/>
          </p:cNvSpPr>
          <p:nvPr>
            <p:ph type="sldNum" sz="quarter" idx="4"/>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75356103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extLst>
    <p:ext uri="{DCECCB84-F9BA-43D5-87BE-67443E8EF086}">
      <p15:sldGuideLst xmlns:p15="http://schemas.microsoft.com/office/powerpoint/2012/main">
        <p15:guide id="1" orient="horz" pos="1728"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E0C19-C2E4-164F-A5D6-879472AFB0A3}"/>
              </a:ext>
            </a:extLst>
          </p:cNvPr>
          <p:cNvSpPr>
            <a:spLocks noGrp="1"/>
          </p:cNvSpPr>
          <p:nvPr>
            <p:ph type="title"/>
          </p:nvPr>
        </p:nvSpPr>
        <p:spPr/>
        <p:txBody>
          <a:bodyPr/>
          <a:lstStyle/>
          <a:p>
            <a:r>
              <a:rPr lang="en-US" dirty="0"/>
              <a:t>Click to edit Master title style</a:t>
            </a:r>
          </a:p>
        </p:txBody>
      </p:sp>
      <p:sp>
        <p:nvSpPr>
          <p:cNvPr id="3" name="Footer Placeholder 2">
            <a:extLst>
              <a:ext uri="{FF2B5EF4-FFF2-40B4-BE49-F238E27FC236}">
                <a16:creationId xmlns:a16="http://schemas.microsoft.com/office/drawing/2014/main" id="{75609E84-552B-9C47-93A5-2B900E597A80}"/>
              </a:ext>
            </a:extLst>
          </p:cNvPr>
          <p:cNvSpPr>
            <a:spLocks noGrp="1"/>
          </p:cNvSpPr>
          <p:nvPr>
            <p:ph type="ftr" sz="quarter" idx="10"/>
          </p:nvPr>
        </p:nvSpPr>
        <p:spPr>
          <a:xfrm>
            <a:off x="4324578" y="20340324"/>
            <a:ext cx="18782849" cy="1168401"/>
          </a:xfrm>
          <a:prstGeom prst="rect">
            <a:avLst/>
          </a:prstGeom>
        </p:spPr>
        <p:txBody>
          <a:bodyPr/>
          <a:lstStyle/>
          <a:p>
            <a:r>
              <a:rPr lang="en-US"/>
              <a:t>Towards trusted human-centric robot autonomy</a:t>
            </a:r>
            <a:endParaRPr lang="en-US" dirty="0"/>
          </a:p>
        </p:txBody>
      </p:sp>
      <p:sp>
        <p:nvSpPr>
          <p:cNvPr id="4" name="Slide Number Placeholder 3">
            <a:extLst>
              <a:ext uri="{FF2B5EF4-FFF2-40B4-BE49-F238E27FC236}">
                <a16:creationId xmlns:a16="http://schemas.microsoft.com/office/drawing/2014/main" id="{33C390C9-2AD5-9E41-B96F-BF42F539D8A5}"/>
              </a:ext>
            </a:extLst>
          </p:cNvPr>
          <p:cNvSpPr>
            <a:spLocks noGrp="1"/>
          </p:cNvSpPr>
          <p:nvPr>
            <p:ph type="sldNum" sz="quarter" idx="11"/>
          </p:nvPr>
        </p:nvSpPr>
        <p:spPr>
          <a:xfrm>
            <a:off x="23502770" y="20340324"/>
            <a:ext cx="3205105" cy="1168401"/>
          </a:xfrm>
          <a:prstGeom prst="rect">
            <a:avLst/>
          </a:prstGeom>
        </p:spPr>
        <p:txBody>
          <a:bodyPr/>
          <a:lstStyle/>
          <a:p>
            <a:fld id="{0C5720C1-DBBE-464B-BDF3-8863F8043B23}" type="slidenum">
              <a:rPr lang="en-US" smtClean="0"/>
              <a:t>‹n°›</a:t>
            </a:fld>
            <a:endParaRPr lang="en-US" dirty="0"/>
          </a:p>
        </p:txBody>
      </p:sp>
      <p:sp>
        <p:nvSpPr>
          <p:cNvPr id="5" name="Content Placeholder 2">
            <a:extLst>
              <a:ext uri="{FF2B5EF4-FFF2-40B4-BE49-F238E27FC236}">
                <a16:creationId xmlns:a16="http://schemas.microsoft.com/office/drawing/2014/main" id="{C74120B4-BF85-F94D-B732-BC6D69B00E8F}"/>
              </a:ext>
            </a:extLst>
          </p:cNvPr>
          <p:cNvSpPr>
            <a:spLocks noGrp="1"/>
          </p:cNvSpPr>
          <p:nvPr>
            <p:ph idx="1"/>
          </p:nvPr>
        </p:nvSpPr>
        <p:spPr>
          <a:xfrm>
            <a:off x="1885950" y="8290561"/>
            <a:ext cx="23660100" cy="114757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B0EE067-B0A5-A44E-812F-1B8140BA4325}"/>
              </a:ext>
            </a:extLst>
          </p:cNvPr>
          <p:cNvSpPr>
            <a:spLocks noGrp="1"/>
          </p:cNvSpPr>
          <p:nvPr>
            <p:ph type="body" sz="quarter" idx="12"/>
          </p:nvPr>
        </p:nvSpPr>
        <p:spPr>
          <a:xfrm>
            <a:off x="1885950" y="5607311"/>
            <a:ext cx="23660100" cy="2113281"/>
          </a:xfrm>
        </p:spPr>
        <p:txBody>
          <a:bodyPr>
            <a:normAutofit/>
          </a:bodyPr>
          <a:lstStyle>
            <a:lvl1pPr marL="0" indent="0">
              <a:buNone/>
              <a:defRPr sz="5400" i="1">
                <a:solidFill>
                  <a:srgbClr val="4B2E83"/>
                </a:solidFill>
              </a:defRPr>
            </a:lvl1pPr>
          </a:lstStyle>
          <a:p>
            <a:pPr lvl="0"/>
            <a:r>
              <a:rPr lang="en-US" dirty="0"/>
              <a:t>Click to edit Master text styles</a:t>
            </a:r>
          </a:p>
        </p:txBody>
      </p:sp>
    </p:spTree>
    <p:extLst>
      <p:ext uri="{BB962C8B-B14F-4D97-AF65-F5344CB8AC3E}">
        <p14:creationId xmlns:p14="http://schemas.microsoft.com/office/powerpoint/2010/main" val="193915204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62A51E3-C9D3-714D-85E9-2270B62B0DF4}"/>
              </a:ext>
            </a:extLst>
          </p:cNvPr>
          <p:cNvSpPr>
            <a:spLocks noGrp="1"/>
          </p:cNvSpPr>
          <p:nvPr>
            <p:ph type="ctrTitle"/>
          </p:nvPr>
        </p:nvSpPr>
        <p:spPr>
          <a:xfrm>
            <a:off x="1440180" y="5949700"/>
            <a:ext cx="13258800" cy="6924042"/>
          </a:xfrm>
        </p:spPr>
        <p:txBody>
          <a:bodyPr anchor="b"/>
          <a:lstStyle>
            <a:lvl1pPr algn="l">
              <a:defRPr sz="13501"/>
            </a:lvl1pPr>
          </a:lstStyle>
          <a:p>
            <a:r>
              <a:rPr lang="en-US" dirty="0"/>
              <a:t>Click to edit Master title style</a:t>
            </a:r>
          </a:p>
        </p:txBody>
      </p:sp>
      <p:sp>
        <p:nvSpPr>
          <p:cNvPr id="10" name="Subtitle 2">
            <a:extLst>
              <a:ext uri="{FF2B5EF4-FFF2-40B4-BE49-F238E27FC236}">
                <a16:creationId xmlns:a16="http://schemas.microsoft.com/office/drawing/2014/main" id="{5E1E7242-8D7C-134B-BC3C-F0E2BAE005F1}"/>
              </a:ext>
            </a:extLst>
          </p:cNvPr>
          <p:cNvSpPr>
            <a:spLocks noGrp="1"/>
          </p:cNvSpPr>
          <p:nvPr>
            <p:ph type="subTitle" idx="1"/>
          </p:nvPr>
        </p:nvSpPr>
        <p:spPr>
          <a:xfrm>
            <a:off x="1440180" y="13168382"/>
            <a:ext cx="13258800" cy="6435341"/>
          </a:xfrm>
        </p:spPr>
        <p:txBody>
          <a:bodyPr/>
          <a:lstStyle>
            <a:lvl1pPr marL="0" indent="0" algn="l">
              <a:buNone/>
              <a:defRPr sz="5400"/>
            </a:lvl1pPr>
            <a:lvl2pPr marL="1028752" indent="0" algn="ctr">
              <a:buNone/>
              <a:defRPr sz="4500"/>
            </a:lvl2pPr>
            <a:lvl3pPr marL="2057503" indent="0" algn="ctr">
              <a:buNone/>
              <a:defRPr sz="4050"/>
            </a:lvl3pPr>
            <a:lvl4pPr marL="3086255" indent="0" algn="ctr">
              <a:buNone/>
              <a:defRPr sz="3600"/>
            </a:lvl4pPr>
            <a:lvl5pPr marL="4115006" indent="0" algn="ctr">
              <a:buNone/>
              <a:defRPr sz="3600"/>
            </a:lvl5pPr>
            <a:lvl6pPr marL="5143758" indent="0" algn="ctr">
              <a:buNone/>
              <a:defRPr sz="3600"/>
            </a:lvl6pPr>
            <a:lvl7pPr marL="6172508" indent="0" algn="ctr">
              <a:buNone/>
              <a:defRPr sz="3600"/>
            </a:lvl7pPr>
            <a:lvl8pPr marL="7201260" indent="0" algn="ctr">
              <a:buNone/>
              <a:defRPr sz="3600"/>
            </a:lvl8pPr>
            <a:lvl9pPr marL="8230012" indent="0" algn="ctr">
              <a:buNone/>
              <a:defRPr sz="3600"/>
            </a:lvl9pPr>
          </a:lstStyle>
          <a:p>
            <a:r>
              <a:rPr lang="en-US"/>
              <a:t>Click to edit Master subtitle style</a:t>
            </a:r>
          </a:p>
        </p:txBody>
      </p:sp>
      <p:sp>
        <p:nvSpPr>
          <p:cNvPr id="12" name="Picture Placeholder 11">
            <a:extLst>
              <a:ext uri="{FF2B5EF4-FFF2-40B4-BE49-F238E27FC236}">
                <a16:creationId xmlns:a16="http://schemas.microsoft.com/office/drawing/2014/main" id="{3F633316-E24F-AB49-A3B3-99EABF5C3BB8}"/>
              </a:ext>
            </a:extLst>
          </p:cNvPr>
          <p:cNvSpPr>
            <a:spLocks noGrp="1"/>
          </p:cNvSpPr>
          <p:nvPr>
            <p:ph type="pic" sz="quarter" idx="10"/>
          </p:nvPr>
        </p:nvSpPr>
        <p:spPr>
          <a:xfrm>
            <a:off x="15110460" y="1041403"/>
            <a:ext cx="10949940" cy="18562320"/>
          </a:xfrm>
        </p:spPr>
        <p:txBody>
          <a:bodyPr/>
          <a:lstStyle/>
          <a:p>
            <a:endParaRPr lang="en-US"/>
          </a:p>
        </p:txBody>
      </p:sp>
    </p:spTree>
    <p:extLst>
      <p:ext uri="{BB962C8B-B14F-4D97-AF65-F5344CB8AC3E}">
        <p14:creationId xmlns:p14="http://schemas.microsoft.com/office/powerpoint/2010/main" val="215937501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78D2A-2FF6-464C-BD04-4D5D7C9A7A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1CB21F-953C-0A45-8985-927E5D222717}"/>
              </a:ext>
            </a:extLst>
          </p:cNvPr>
          <p:cNvSpPr>
            <a:spLocks noGrp="1"/>
          </p:cNvSpPr>
          <p:nvPr>
            <p:ph sz="half" idx="1"/>
          </p:nvPr>
        </p:nvSpPr>
        <p:spPr>
          <a:xfrm>
            <a:off x="1885950" y="5842000"/>
            <a:ext cx="1165860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2F09B2-768A-844B-9C16-D7F2EF6BFC9D}"/>
              </a:ext>
            </a:extLst>
          </p:cNvPr>
          <p:cNvSpPr>
            <a:spLocks noGrp="1"/>
          </p:cNvSpPr>
          <p:nvPr>
            <p:ph sz="half" idx="2"/>
          </p:nvPr>
        </p:nvSpPr>
        <p:spPr>
          <a:xfrm>
            <a:off x="13887450" y="5842000"/>
            <a:ext cx="1165860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53C84E89-77C6-F24A-97A8-BD9791D74000}"/>
              </a:ext>
            </a:extLst>
          </p:cNvPr>
          <p:cNvSpPr>
            <a:spLocks noGrp="1"/>
          </p:cNvSpPr>
          <p:nvPr>
            <p:ph type="ftr" sz="quarter" idx="3"/>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9" name="Slide Number Placeholder 5">
            <a:extLst>
              <a:ext uri="{FF2B5EF4-FFF2-40B4-BE49-F238E27FC236}">
                <a16:creationId xmlns:a16="http://schemas.microsoft.com/office/drawing/2014/main" id="{31133ED8-139E-954B-8A4E-FC112A4179BD}"/>
              </a:ext>
            </a:extLst>
          </p:cNvPr>
          <p:cNvSpPr>
            <a:spLocks noGrp="1"/>
          </p:cNvSpPr>
          <p:nvPr>
            <p:ph type="sldNum" sz="quarter" idx="4"/>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26439237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A0E40-F490-7C41-B5EB-F0310A227F16}"/>
              </a:ext>
            </a:extLst>
          </p:cNvPr>
          <p:cNvSpPr>
            <a:spLocks noGrp="1"/>
          </p:cNvSpPr>
          <p:nvPr>
            <p:ph type="title"/>
          </p:nvPr>
        </p:nvSpPr>
        <p:spPr>
          <a:xfrm>
            <a:off x="1889523" y="1168404"/>
            <a:ext cx="23660100" cy="4241802"/>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656AD9-85AC-7147-901A-3824FB5173D3}"/>
              </a:ext>
            </a:extLst>
          </p:cNvPr>
          <p:cNvSpPr>
            <a:spLocks noGrp="1"/>
          </p:cNvSpPr>
          <p:nvPr>
            <p:ph type="body" idx="1"/>
          </p:nvPr>
        </p:nvSpPr>
        <p:spPr>
          <a:xfrm>
            <a:off x="1889527" y="5379724"/>
            <a:ext cx="11605021" cy="2636519"/>
          </a:xfrm>
        </p:spPr>
        <p:txBody>
          <a:bodyPr anchor="b"/>
          <a:lstStyle>
            <a:lvl1pPr marL="0" indent="0">
              <a:buNone/>
              <a:defRPr sz="5400" b="1"/>
            </a:lvl1pPr>
            <a:lvl2pPr marL="1028752" indent="0">
              <a:buNone/>
              <a:defRPr sz="4500" b="1"/>
            </a:lvl2pPr>
            <a:lvl3pPr marL="2057503" indent="0">
              <a:buNone/>
              <a:defRPr sz="4050" b="1"/>
            </a:lvl3pPr>
            <a:lvl4pPr marL="3086255" indent="0">
              <a:buNone/>
              <a:defRPr sz="3600" b="1"/>
            </a:lvl4pPr>
            <a:lvl5pPr marL="4115006" indent="0">
              <a:buNone/>
              <a:defRPr sz="3600" b="1"/>
            </a:lvl5pPr>
            <a:lvl6pPr marL="5143758" indent="0">
              <a:buNone/>
              <a:defRPr sz="3600" b="1"/>
            </a:lvl6pPr>
            <a:lvl7pPr marL="6172508" indent="0">
              <a:buNone/>
              <a:defRPr sz="3600" b="1"/>
            </a:lvl7pPr>
            <a:lvl8pPr marL="7201260" indent="0">
              <a:buNone/>
              <a:defRPr sz="3600" b="1"/>
            </a:lvl8pPr>
            <a:lvl9pPr marL="8230012" indent="0">
              <a:buNone/>
              <a:defRPr sz="3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17A7DE-5A72-F944-A4AF-68917E967C5A}"/>
              </a:ext>
            </a:extLst>
          </p:cNvPr>
          <p:cNvSpPr>
            <a:spLocks noGrp="1"/>
          </p:cNvSpPr>
          <p:nvPr>
            <p:ph sz="half" idx="2"/>
          </p:nvPr>
        </p:nvSpPr>
        <p:spPr>
          <a:xfrm>
            <a:off x="1889527" y="8016240"/>
            <a:ext cx="11605021"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23AD67-2D64-C24E-9A2F-204FF3640858}"/>
              </a:ext>
            </a:extLst>
          </p:cNvPr>
          <p:cNvSpPr>
            <a:spLocks noGrp="1"/>
          </p:cNvSpPr>
          <p:nvPr>
            <p:ph type="body" sz="quarter" idx="3"/>
          </p:nvPr>
        </p:nvSpPr>
        <p:spPr>
          <a:xfrm>
            <a:off x="13887452" y="5379724"/>
            <a:ext cx="11662173" cy="2636519"/>
          </a:xfrm>
        </p:spPr>
        <p:txBody>
          <a:bodyPr anchor="b"/>
          <a:lstStyle>
            <a:lvl1pPr marL="0" indent="0">
              <a:buNone/>
              <a:defRPr sz="5400" b="1"/>
            </a:lvl1pPr>
            <a:lvl2pPr marL="1028752" indent="0">
              <a:buNone/>
              <a:defRPr sz="4500" b="1"/>
            </a:lvl2pPr>
            <a:lvl3pPr marL="2057503" indent="0">
              <a:buNone/>
              <a:defRPr sz="4050" b="1"/>
            </a:lvl3pPr>
            <a:lvl4pPr marL="3086255" indent="0">
              <a:buNone/>
              <a:defRPr sz="3600" b="1"/>
            </a:lvl4pPr>
            <a:lvl5pPr marL="4115006" indent="0">
              <a:buNone/>
              <a:defRPr sz="3600" b="1"/>
            </a:lvl5pPr>
            <a:lvl6pPr marL="5143758" indent="0">
              <a:buNone/>
              <a:defRPr sz="3600" b="1"/>
            </a:lvl6pPr>
            <a:lvl7pPr marL="6172508" indent="0">
              <a:buNone/>
              <a:defRPr sz="3600" b="1"/>
            </a:lvl7pPr>
            <a:lvl8pPr marL="7201260" indent="0">
              <a:buNone/>
              <a:defRPr sz="3600" b="1"/>
            </a:lvl8pPr>
            <a:lvl9pPr marL="8230012" indent="0">
              <a:buNone/>
              <a:defRPr sz="3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CC268A-8401-FA48-8B45-F8EDD59C76AF}"/>
              </a:ext>
            </a:extLst>
          </p:cNvPr>
          <p:cNvSpPr>
            <a:spLocks noGrp="1"/>
          </p:cNvSpPr>
          <p:nvPr>
            <p:ph sz="quarter" idx="4"/>
          </p:nvPr>
        </p:nvSpPr>
        <p:spPr>
          <a:xfrm>
            <a:off x="13887452" y="8016240"/>
            <a:ext cx="11662173"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F56CE7D1-05AC-844E-B102-6700D21CD76A}"/>
              </a:ext>
            </a:extLst>
          </p:cNvPr>
          <p:cNvSpPr>
            <a:spLocks noGrp="1"/>
          </p:cNvSpPr>
          <p:nvPr>
            <p:ph type="ftr" sz="quarter" idx="10"/>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11" name="Slide Number Placeholder 5">
            <a:extLst>
              <a:ext uri="{FF2B5EF4-FFF2-40B4-BE49-F238E27FC236}">
                <a16:creationId xmlns:a16="http://schemas.microsoft.com/office/drawing/2014/main" id="{C59A17ED-2E99-4C4E-B06C-F631E26DE0C1}"/>
              </a:ext>
            </a:extLst>
          </p:cNvPr>
          <p:cNvSpPr>
            <a:spLocks noGrp="1"/>
          </p:cNvSpPr>
          <p:nvPr>
            <p:ph type="sldNum" sz="quarter" idx="11"/>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266804528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4DD5E-52B9-2444-88C3-8C7646BE1380}"/>
              </a:ext>
            </a:extLst>
          </p:cNvPr>
          <p:cNvSpPr>
            <a:spLocks noGrp="1"/>
          </p:cNvSpPr>
          <p:nvPr>
            <p:ph type="title"/>
          </p:nvPr>
        </p:nvSpPr>
        <p:spPr/>
        <p:txBody>
          <a:bodyPr/>
          <a:lstStyle/>
          <a:p>
            <a:r>
              <a:rPr lang="en-US"/>
              <a:t>Click to edit Master title style</a:t>
            </a:r>
          </a:p>
        </p:txBody>
      </p:sp>
      <p:sp>
        <p:nvSpPr>
          <p:cNvPr id="6" name="Footer Placeholder 4">
            <a:extLst>
              <a:ext uri="{FF2B5EF4-FFF2-40B4-BE49-F238E27FC236}">
                <a16:creationId xmlns:a16="http://schemas.microsoft.com/office/drawing/2014/main" id="{33150C3F-0CB6-C94D-BF15-164C92B6B743}"/>
              </a:ext>
            </a:extLst>
          </p:cNvPr>
          <p:cNvSpPr>
            <a:spLocks noGrp="1"/>
          </p:cNvSpPr>
          <p:nvPr>
            <p:ph type="ftr" sz="quarter" idx="3"/>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7" name="Slide Number Placeholder 5">
            <a:extLst>
              <a:ext uri="{FF2B5EF4-FFF2-40B4-BE49-F238E27FC236}">
                <a16:creationId xmlns:a16="http://schemas.microsoft.com/office/drawing/2014/main" id="{4072AC64-EDD6-B74A-891D-0FA05C90781E}"/>
              </a:ext>
            </a:extLst>
          </p:cNvPr>
          <p:cNvSpPr>
            <a:spLocks noGrp="1"/>
          </p:cNvSpPr>
          <p:nvPr>
            <p:ph type="sldNum" sz="quarter" idx="4"/>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374111824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306DFBE-EDB9-914D-AAAC-EFCCEE909222}"/>
              </a:ext>
            </a:extLst>
          </p:cNvPr>
          <p:cNvSpPr>
            <a:spLocks noGrp="1"/>
          </p:cNvSpPr>
          <p:nvPr>
            <p:ph type="ftr" sz="quarter" idx="3"/>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6" name="Slide Number Placeholder 5">
            <a:extLst>
              <a:ext uri="{FF2B5EF4-FFF2-40B4-BE49-F238E27FC236}">
                <a16:creationId xmlns:a16="http://schemas.microsoft.com/office/drawing/2014/main" id="{BF7C9ECF-94DB-9049-A0AE-31740A39874D}"/>
              </a:ext>
            </a:extLst>
          </p:cNvPr>
          <p:cNvSpPr>
            <a:spLocks noGrp="1"/>
          </p:cNvSpPr>
          <p:nvPr>
            <p:ph type="sldNum" sz="quarter" idx="4"/>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320458514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DF3B-E223-0641-84C8-66927D12A415}"/>
              </a:ext>
            </a:extLst>
          </p:cNvPr>
          <p:cNvSpPr>
            <a:spLocks noGrp="1"/>
          </p:cNvSpPr>
          <p:nvPr>
            <p:ph type="title"/>
          </p:nvPr>
        </p:nvSpPr>
        <p:spPr>
          <a:xfrm>
            <a:off x="1889527" y="1463040"/>
            <a:ext cx="8847533" cy="5120640"/>
          </a:xfrm>
        </p:spPr>
        <p:txBody>
          <a:bodyPr anchor="b"/>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1B6CB404-770A-054A-919C-7CE4CD38FB14}"/>
              </a:ext>
            </a:extLst>
          </p:cNvPr>
          <p:cNvSpPr>
            <a:spLocks noGrp="1"/>
          </p:cNvSpPr>
          <p:nvPr>
            <p:ph idx="1"/>
          </p:nvPr>
        </p:nvSpPr>
        <p:spPr>
          <a:xfrm>
            <a:off x="11662173" y="3159764"/>
            <a:ext cx="13887450" cy="15595600"/>
          </a:xfrm>
        </p:spPr>
        <p:txBody>
          <a:bodyPr/>
          <a:lstStyle>
            <a:lvl1pPr>
              <a:defRPr sz="7200"/>
            </a:lvl1pPr>
            <a:lvl2pPr>
              <a:defRPr sz="6300"/>
            </a:lvl2pPr>
            <a:lvl3pPr>
              <a:defRPr sz="5400"/>
            </a:lvl3pPr>
            <a:lvl4pPr>
              <a:defRPr sz="4500"/>
            </a:lvl4pPr>
            <a:lvl5pPr>
              <a:defRPr sz="4500"/>
            </a:lvl5pPr>
            <a:lvl6pPr>
              <a:defRPr sz="4500"/>
            </a:lvl6pPr>
            <a:lvl7pPr>
              <a:defRPr sz="4500"/>
            </a:lvl7pPr>
            <a:lvl8pPr>
              <a:defRPr sz="4500"/>
            </a:lvl8pPr>
            <a:lvl9pPr>
              <a:defRPr sz="4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11A150-362B-3A49-89A6-612D60CED5A0}"/>
              </a:ext>
            </a:extLst>
          </p:cNvPr>
          <p:cNvSpPr>
            <a:spLocks noGrp="1"/>
          </p:cNvSpPr>
          <p:nvPr>
            <p:ph type="body" sz="half" idx="2"/>
          </p:nvPr>
        </p:nvSpPr>
        <p:spPr>
          <a:xfrm>
            <a:off x="1889527" y="6583682"/>
            <a:ext cx="8847533" cy="12197082"/>
          </a:xfrm>
        </p:spPr>
        <p:txBody>
          <a:bodyPr/>
          <a:lstStyle>
            <a:lvl1pPr marL="0" indent="0">
              <a:buNone/>
              <a:defRPr sz="3600"/>
            </a:lvl1pPr>
            <a:lvl2pPr marL="1028752" indent="0">
              <a:buNone/>
              <a:defRPr sz="3150"/>
            </a:lvl2pPr>
            <a:lvl3pPr marL="2057503" indent="0">
              <a:buNone/>
              <a:defRPr sz="2700"/>
            </a:lvl3pPr>
            <a:lvl4pPr marL="3086255" indent="0">
              <a:buNone/>
              <a:defRPr sz="2250"/>
            </a:lvl4pPr>
            <a:lvl5pPr marL="4115006" indent="0">
              <a:buNone/>
              <a:defRPr sz="2250"/>
            </a:lvl5pPr>
            <a:lvl6pPr marL="5143758" indent="0">
              <a:buNone/>
              <a:defRPr sz="2250"/>
            </a:lvl6pPr>
            <a:lvl7pPr marL="6172508" indent="0">
              <a:buNone/>
              <a:defRPr sz="2250"/>
            </a:lvl7pPr>
            <a:lvl8pPr marL="7201260" indent="0">
              <a:buNone/>
              <a:defRPr sz="2250"/>
            </a:lvl8pPr>
            <a:lvl9pPr marL="8230012" indent="0">
              <a:buNone/>
              <a:defRPr sz="2250"/>
            </a:lvl9pPr>
          </a:lstStyle>
          <a:p>
            <a:pPr lvl="0"/>
            <a:r>
              <a:rPr lang="en-US"/>
              <a:t>Click to edit Master text styles</a:t>
            </a:r>
          </a:p>
        </p:txBody>
      </p:sp>
      <p:sp>
        <p:nvSpPr>
          <p:cNvPr id="8" name="Footer Placeholder 4">
            <a:extLst>
              <a:ext uri="{FF2B5EF4-FFF2-40B4-BE49-F238E27FC236}">
                <a16:creationId xmlns:a16="http://schemas.microsoft.com/office/drawing/2014/main" id="{F4E5FA20-2741-EB4C-A01E-C080FBD7661F}"/>
              </a:ext>
            </a:extLst>
          </p:cNvPr>
          <p:cNvSpPr>
            <a:spLocks noGrp="1"/>
          </p:cNvSpPr>
          <p:nvPr>
            <p:ph type="ftr" sz="quarter" idx="3"/>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9" name="Slide Number Placeholder 5">
            <a:extLst>
              <a:ext uri="{FF2B5EF4-FFF2-40B4-BE49-F238E27FC236}">
                <a16:creationId xmlns:a16="http://schemas.microsoft.com/office/drawing/2014/main" id="{D60DE7B8-419B-014F-9420-061C81DA07CB}"/>
              </a:ext>
            </a:extLst>
          </p:cNvPr>
          <p:cNvSpPr>
            <a:spLocks noGrp="1"/>
          </p:cNvSpPr>
          <p:nvPr>
            <p:ph type="sldNum" sz="quarter" idx="4"/>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3807512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F7E65-06AF-F745-AFFB-6C5FE9E3E5ED}"/>
              </a:ext>
            </a:extLst>
          </p:cNvPr>
          <p:cNvSpPr>
            <a:spLocks noGrp="1"/>
          </p:cNvSpPr>
          <p:nvPr>
            <p:ph type="title"/>
          </p:nvPr>
        </p:nvSpPr>
        <p:spPr>
          <a:xfrm>
            <a:off x="1889527" y="1463040"/>
            <a:ext cx="8847533" cy="5120640"/>
          </a:xfrm>
        </p:spPr>
        <p:txBody>
          <a:bodyPr anchor="b"/>
          <a:lstStyle>
            <a:lvl1pPr>
              <a:defRPr sz="7200"/>
            </a:lvl1pPr>
          </a:lstStyle>
          <a:p>
            <a:r>
              <a:rPr lang="en-US"/>
              <a:t>Click to edit Master title style</a:t>
            </a:r>
          </a:p>
        </p:txBody>
      </p:sp>
      <p:sp>
        <p:nvSpPr>
          <p:cNvPr id="3" name="Picture Placeholder 2">
            <a:extLst>
              <a:ext uri="{FF2B5EF4-FFF2-40B4-BE49-F238E27FC236}">
                <a16:creationId xmlns:a16="http://schemas.microsoft.com/office/drawing/2014/main" id="{8C7B463C-7B50-BA43-98DF-F968D24EA0C1}"/>
              </a:ext>
            </a:extLst>
          </p:cNvPr>
          <p:cNvSpPr>
            <a:spLocks noGrp="1"/>
          </p:cNvSpPr>
          <p:nvPr>
            <p:ph type="pic" idx="1"/>
          </p:nvPr>
        </p:nvSpPr>
        <p:spPr>
          <a:xfrm>
            <a:off x="11662173" y="3159764"/>
            <a:ext cx="13887450" cy="15595600"/>
          </a:xfrm>
        </p:spPr>
        <p:txBody>
          <a:bodyPr/>
          <a:lstStyle>
            <a:lvl1pPr marL="0" indent="0">
              <a:buNone/>
              <a:defRPr sz="7200"/>
            </a:lvl1pPr>
            <a:lvl2pPr marL="1028752" indent="0">
              <a:buNone/>
              <a:defRPr sz="6300"/>
            </a:lvl2pPr>
            <a:lvl3pPr marL="2057503" indent="0">
              <a:buNone/>
              <a:defRPr sz="5400"/>
            </a:lvl3pPr>
            <a:lvl4pPr marL="3086255" indent="0">
              <a:buNone/>
              <a:defRPr sz="4500"/>
            </a:lvl4pPr>
            <a:lvl5pPr marL="4115006" indent="0">
              <a:buNone/>
              <a:defRPr sz="4500"/>
            </a:lvl5pPr>
            <a:lvl6pPr marL="5143758" indent="0">
              <a:buNone/>
              <a:defRPr sz="4500"/>
            </a:lvl6pPr>
            <a:lvl7pPr marL="6172508" indent="0">
              <a:buNone/>
              <a:defRPr sz="4500"/>
            </a:lvl7pPr>
            <a:lvl8pPr marL="7201260" indent="0">
              <a:buNone/>
              <a:defRPr sz="4500"/>
            </a:lvl8pPr>
            <a:lvl9pPr marL="8230012" indent="0">
              <a:buNone/>
              <a:defRPr sz="4500"/>
            </a:lvl9pPr>
          </a:lstStyle>
          <a:p>
            <a:endParaRPr lang="en-US"/>
          </a:p>
        </p:txBody>
      </p:sp>
      <p:sp>
        <p:nvSpPr>
          <p:cNvPr id="4" name="Text Placeholder 3">
            <a:extLst>
              <a:ext uri="{FF2B5EF4-FFF2-40B4-BE49-F238E27FC236}">
                <a16:creationId xmlns:a16="http://schemas.microsoft.com/office/drawing/2014/main" id="{A8DE5D73-2711-7444-B558-694B2D6149C6}"/>
              </a:ext>
            </a:extLst>
          </p:cNvPr>
          <p:cNvSpPr>
            <a:spLocks noGrp="1"/>
          </p:cNvSpPr>
          <p:nvPr>
            <p:ph type="body" sz="half" idx="2"/>
          </p:nvPr>
        </p:nvSpPr>
        <p:spPr>
          <a:xfrm>
            <a:off x="1889527" y="6583682"/>
            <a:ext cx="8847533" cy="12197082"/>
          </a:xfrm>
        </p:spPr>
        <p:txBody>
          <a:bodyPr/>
          <a:lstStyle>
            <a:lvl1pPr marL="0" indent="0">
              <a:buNone/>
              <a:defRPr sz="3600"/>
            </a:lvl1pPr>
            <a:lvl2pPr marL="1028752" indent="0">
              <a:buNone/>
              <a:defRPr sz="3150"/>
            </a:lvl2pPr>
            <a:lvl3pPr marL="2057503" indent="0">
              <a:buNone/>
              <a:defRPr sz="2700"/>
            </a:lvl3pPr>
            <a:lvl4pPr marL="3086255" indent="0">
              <a:buNone/>
              <a:defRPr sz="2250"/>
            </a:lvl4pPr>
            <a:lvl5pPr marL="4115006" indent="0">
              <a:buNone/>
              <a:defRPr sz="2250"/>
            </a:lvl5pPr>
            <a:lvl6pPr marL="5143758" indent="0">
              <a:buNone/>
              <a:defRPr sz="2250"/>
            </a:lvl6pPr>
            <a:lvl7pPr marL="6172508" indent="0">
              <a:buNone/>
              <a:defRPr sz="2250"/>
            </a:lvl7pPr>
            <a:lvl8pPr marL="7201260" indent="0">
              <a:buNone/>
              <a:defRPr sz="2250"/>
            </a:lvl8pPr>
            <a:lvl9pPr marL="8230012" indent="0">
              <a:buNone/>
              <a:defRPr sz="2250"/>
            </a:lvl9pPr>
          </a:lstStyle>
          <a:p>
            <a:pPr lvl="0"/>
            <a:r>
              <a:rPr lang="en-US"/>
              <a:t>Click to edit Master text styles</a:t>
            </a:r>
          </a:p>
        </p:txBody>
      </p:sp>
      <p:sp>
        <p:nvSpPr>
          <p:cNvPr id="8" name="Footer Placeholder 4">
            <a:extLst>
              <a:ext uri="{FF2B5EF4-FFF2-40B4-BE49-F238E27FC236}">
                <a16:creationId xmlns:a16="http://schemas.microsoft.com/office/drawing/2014/main" id="{389D81AD-2866-CA4F-9008-7367A3CA0910}"/>
              </a:ext>
            </a:extLst>
          </p:cNvPr>
          <p:cNvSpPr>
            <a:spLocks noGrp="1"/>
          </p:cNvSpPr>
          <p:nvPr>
            <p:ph type="ftr" sz="quarter" idx="3"/>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9" name="Slide Number Placeholder 5">
            <a:extLst>
              <a:ext uri="{FF2B5EF4-FFF2-40B4-BE49-F238E27FC236}">
                <a16:creationId xmlns:a16="http://schemas.microsoft.com/office/drawing/2014/main" id="{919AABB2-1E56-C346-97DB-434CF6D3E7E9}"/>
              </a:ext>
            </a:extLst>
          </p:cNvPr>
          <p:cNvSpPr>
            <a:spLocks noGrp="1"/>
          </p:cNvSpPr>
          <p:nvPr>
            <p:ph type="sldNum" sz="quarter" idx="4"/>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23714704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485CF-DE21-7A4B-957F-C4F6FD43A2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EAC2FF-2951-E144-9B15-EBF8BF881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3C8C2113-DC27-4E4B-9640-65E149A5857B}"/>
              </a:ext>
            </a:extLst>
          </p:cNvPr>
          <p:cNvSpPr>
            <a:spLocks noGrp="1"/>
          </p:cNvSpPr>
          <p:nvPr>
            <p:ph type="ftr" sz="quarter" idx="3"/>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8" name="Slide Number Placeholder 5">
            <a:extLst>
              <a:ext uri="{FF2B5EF4-FFF2-40B4-BE49-F238E27FC236}">
                <a16:creationId xmlns:a16="http://schemas.microsoft.com/office/drawing/2014/main" id="{CA70A458-3E6D-7745-9F42-58FEC3F2B2DB}"/>
              </a:ext>
            </a:extLst>
          </p:cNvPr>
          <p:cNvSpPr>
            <a:spLocks noGrp="1"/>
          </p:cNvSpPr>
          <p:nvPr>
            <p:ph type="sldNum" sz="quarter" idx="4"/>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23513197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84BF15-3D6A-F74F-9208-05C31F57859E}"/>
              </a:ext>
            </a:extLst>
          </p:cNvPr>
          <p:cNvSpPr>
            <a:spLocks noGrp="1"/>
          </p:cNvSpPr>
          <p:nvPr>
            <p:ph type="title" orient="vert"/>
          </p:nvPr>
        </p:nvSpPr>
        <p:spPr>
          <a:xfrm>
            <a:off x="19631027" y="1168403"/>
            <a:ext cx="5915025" cy="1859788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03D5EE-7056-864F-8C9B-2127DA1366EC}"/>
              </a:ext>
            </a:extLst>
          </p:cNvPr>
          <p:cNvSpPr>
            <a:spLocks noGrp="1"/>
          </p:cNvSpPr>
          <p:nvPr>
            <p:ph type="body" orient="vert" idx="1"/>
          </p:nvPr>
        </p:nvSpPr>
        <p:spPr>
          <a:xfrm>
            <a:off x="1885952" y="1168403"/>
            <a:ext cx="1740217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4FAE334E-8974-6A4B-910D-CDD46E9C4F76}"/>
              </a:ext>
            </a:extLst>
          </p:cNvPr>
          <p:cNvSpPr>
            <a:spLocks noGrp="1"/>
          </p:cNvSpPr>
          <p:nvPr>
            <p:ph type="ftr" sz="quarter" idx="3"/>
          </p:nvPr>
        </p:nvSpPr>
        <p:spPr>
          <a:xfrm>
            <a:off x="4324578" y="20340324"/>
            <a:ext cx="18782849" cy="1168401"/>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8" name="Slide Number Placeholder 5">
            <a:extLst>
              <a:ext uri="{FF2B5EF4-FFF2-40B4-BE49-F238E27FC236}">
                <a16:creationId xmlns:a16="http://schemas.microsoft.com/office/drawing/2014/main" id="{F2C91E73-078F-4243-949B-161C41D46277}"/>
              </a:ext>
            </a:extLst>
          </p:cNvPr>
          <p:cNvSpPr>
            <a:spLocks noGrp="1"/>
          </p:cNvSpPr>
          <p:nvPr>
            <p:ph type="sldNum" sz="quarter" idx="4"/>
          </p:nvPr>
        </p:nvSpPr>
        <p:spPr>
          <a:xfrm>
            <a:off x="23502770" y="20340324"/>
            <a:ext cx="3205105" cy="1168401"/>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238141069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1885950" y="0"/>
            <a:ext cx="23660100" cy="2682240"/>
          </a:xfrm>
        </p:spPr>
        <p:txBody>
          <a:bodyPr/>
          <a:lstStyle>
            <a:lvl1pPr>
              <a:defRPr sz="54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1885950" y="2652979"/>
            <a:ext cx="23660100" cy="1502054"/>
          </a:xfrm>
          <a:prstGeom prst="rect">
            <a:avLst/>
          </a:prstGeom>
        </p:spPr>
        <p:txBody>
          <a:bodyPr/>
          <a:lstStyle>
            <a:lvl1pPr marL="0" indent="0" algn="ctr">
              <a:spcBef>
                <a:spcPts val="0"/>
              </a:spcBef>
              <a:buFontTx/>
              <a:buNone/>
              <a:defRPr sz="3600">
                <a:solidFill>
                  <a:schemeClr val="tx2"/>
                </a:solidFill>
                <a:latin typeface="NVIDIA Sans" panose="020B0503020203020204" pitchFamily="34" charset="0"/>
                <a:cs typeface="NVIDIA Sans" panose="020B0503020203020204" pitchFamily="34" charset="0"/>
              </a:defRPr>
            </a:lvl1pPr>
            <a:lvl2pPr marL="1028648" indent="0" algn="ctr">
              <a:buFontTx/>
              <a:buNone/>
              <a:defRPr sz="3301">
                <a:latin typeface="Trebuchet MS" panose="020B0603020202020204" pitchFamily="34" charset="0"/>
              </a:defRPr>
            </a:lvl2pPr>
            <a:lvl3pPr marL="2057298" indent="0" algn="ctr">
              <a:buFontTx/>
              <a:buNone/>
              <a:defRPr sz="3301">
                <a:latin typeface="Trebuchet MS" panose="020B0603020202020204" pitchFamily="34" charset="0"/>
              </a:defRPr>
            </a:lvl3pPr>
            <a:lvl4pPr marL="3085946" indent="0" algn="ctr">
              <a:buFontTx/>
              <a:buNone/>
              <a:defRPr sz="3301">
                <a:latin typeface="Trebuchet MS" panose="020B0603020202020204" pitchFamily="34" charset="0"/>
              </a:defRPr>
            </a:lvl4pPr>
            <a:lvl5pPr marL="4114595" indent="0" algn="ctr">
              <a:buFontTx/>
              <a:buNone/>
              <a:defRPr sz="3301">
                <a:latin typeface="Trebuchet MS" panose="020B0603020202020204" pitchFamily="34" charset="0"/>
              </a:defRPr>
            </a:lvl5pPr>
          </a:lstStyle>
          <a:p>
            <a:pPr lvl="0"/>
            <a:r>
              <a:rPr lang="en-US" dirty="0"/>
              <a:t>Click to add subtitle</a:t>
            </a:r>
          </a:p>
        </p:txBody>
      </p:sp>
    </p:spTree>
    <p:extLst>
      <p:ext uri="{BB962C8B-B14F-4D97-AF65-F5344CB8AC3E}">
        <p14:creationId xmlns:p14="http://schemas.microsoft.com/office/powerpoint/2010/main" val="34675933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1885950" y="0"/>
            <a:ext cx="23660100" cy="2682240"/>
          </a:xfrm>
        </p:spPr>
        <p:txBody>
          <a:bodyPr/>
          <a:lstStyle>
            <a:lvl1pPr>
              <a:defRPr sz="54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1885950" y="2652979"/>
            <a:ext cx="23660100" cy="1502054"/>
          </a:xfrm>
          <a:prstGeom prst="rect">
            <a:avLst/>
          </a:prstGeom>
        </p:spPr>
        <p:txBody>
          <a:bodyPr/>
          <a:lstStyle>
            <a:lvl1pPr marL="0" indent="0" algn="ctr">
              <a:spcBef>
                <a:spcPts val="0"/>
              </a:spcBef>
              <a:buFontTx/>
              <a:buNone/>
              <a:defRPr sz="3600">
                <a:solidFill>
                  <a:schemeClr val="tx2"/>
                </a:solidFill>
                <a:latin typeface="NVIDIA Sans" panose="020B0503020203020204" pitchFamily="34" charset="0"/>
                <a:cs typeface="NVIDIA Sans" panose="020B0503020203020204" pitchFamily="34" charset="0"/>
              </a:defRPr>
            </a:lvl1pPr>
            <a:lvl2pPr marL="1028648" indent="0" algn="ctr">
              <a:buFontTx/>
              <a:buNone/>
              <a:defRPr sz="3301">
                <a:latin typeface="Trebuchet MS" panose="020B0603020202020204" pitchFamily="34" charset="0"/>
              </a:defRPr>
            </a:lvl2pPr>
            <a:lvl3pPr marL="2057298" indent="0" algn="ctr">
              <a:buFontTx/>
              <a:buNone/>
              <a:defRPr sz="3301">
                <a:latin typeface="Trebuchet MS" panose="020B0603020202020204" pitchFamily="34" charset="0"/>
              </a:defRPr>
            </a:lvl3pPr>
            <a:lvl4pPr marL="3085946" indent="0" algn="ctr">
              <a:buFontTx/>
              <a:buNone/>
              <a:defRPr sz="3301">
                <a:latin typeface="Trebuchet MS" panose="020B0603020202020204" pitchFamily="34" charset="0"/>
              </a:defRPr>
            </a:lvl4pPr>
            <a:lvl5pPr marL="4114595" indent="0" algn="ctr">
              <a:buFontTx/>
              <a:buNone/>
              <a:defRPr sz="3301">
                <a:latin typeface="Trebuchet MS" panose="020B0603020202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1885950" y="5169408"/>
            <a:ext cx="23660100" cy="14562125"/>
          </a:xfrm>
          <a:prstGeom prst="rect">
            <a:avLst/>
          </a:prstGeom>
        </p:spPr>
        <p:txBody>
          <a:bodyPr/>
          <a:lstStyle>
            <a:lvl1pPr marL="342884" indent="-342884">
              <a:buClr>
                <a:schemeClr val="tx2"/>
              </a:buClr>
              <a:buFont typeface="Arial" panose="020B0604020202020204" pitchFamily="34" charset="0"/>
              <a:buChar char="•"/>
              <a:defRPr sz="3301">
                <a:solidFill>
                  <a:schemeClr val="bg1"/>
                </a:solidFill>
                <a:latin typeface="NVIDIA Sans" panose="020B0503020203020204" pitchFamily="34" charset="0"/>
                <a:cs typeface="NVIDIA Sans" panose="020B0503020203020204" pitchFamily="34" charset="0"/>
              </a:defRPr>
            </a:lvl1pPr>
            <a:lvl2pPr marL="1028648" indent="-342884">
              <a:buClr>
                <a:schemeClr val="tx2"/>
              </a:buClr>
              <a:buFont typeface="Arial" panose="020B0604020202020204" pitchFamily="34" charset="0"/>
              <a:buChar char="•"/>
              <a:defRPr sz="2999">
                <a:solidFill>
                  <a:schemeClr val="bg1"/>
                </a:solidFill>
                <a:latin typeface="NVIDIA Sans" panose="020B0503020203020204" pitchFamily="34" charset="0"/>
                <a:cs typeface="NVIDIA Sans" panose="020B0503020203020204" pitchFamily="34" charset="0"/>
              </a:defRPr>
            </a:lvl2pPr>
            <a:lvl3pPr marL="1714415" indent="-342884">
              <a:buClr>
                <a:schemeClr val="tx2"/>
              </a:buClr>
              <a:buFont typeface="Arial" panose="020B0604020202020204" pitchFamily="34" charset="0"/>
              <a:buChar char="•"/>
              <a:defRPr sz="2700">
                <a:solidFill>
                  <a:schemeClr val="bg1"/>
                </a:solidFill>
                <a:latin typeface="NVIDIA Sans" panose="020B0503020203020204" pitchFamily="34" charset="0"/>
                <a:cs typeface="NVIDIA Sans" panose="020B0503020203020204" pitchFamily="34" charset="0"/>
              </a:defRPr>
            </a:lvl3pPr>
            <a:lvl4pPr marL="2400180" indent="-342884">
              <a:buClr>
                <a:schemeClr val="tx2"/>
              </a:buClr>
              <a:buFont typeface="Arial" panose="020B0604020202020204" pitchFamily="34" charset="0"/>
              <a:buChar char="•"/>
              <a:defRPr sz="2401">
                <a:solidFill>
                  <a:schemeClr val="bg1"/>
                </a:solidFill>
                <a:latin typeface="NVIDIA Sans" panose="020B0503020203020204" pitchFamily="34" charset="0"/>
                <a:cs typeface="NVIDIA Sans" panose="020B0503020203020204" pitchFamily="34" charset="0"/>
              </a:defRPr>
            </a:lvl4pPr>
            <a:lvl5pPr marL="3040706" indent="-297641">
              <a:buClr>
                <a:schemeClr val="tx2"/>
              </a:buClr>
              <a:buFont typeface="Arial" panose="020B0604020202020204" pitchFamily="34" charset="0"/>
              <a:buChar char="•"/>
              <a:defRPr sz="2099">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84317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39EA8-E22D-0343-BB38-E5B9560FF294}"/>
              </a:ext>
            </a:extLst>
          </p:cNvPr>
          <p:cNvSpPr>
            <a:spLocks noGrp="1"/>
          </p:cNvSpPr>
          <p:nvPr>
            <p:ph type="ctrTitle"/>
          </p:nvPr>
        </p:nvSpPr>
        <p:spPr>
          <a:xfrm>
            <a:off x="1440180" y="10241281"/>
            <a:ext cx="24803100" cy="6338826"/>
          </a:xfrm>
        </p:spPr>
        <p:txBody>
          <a:bodyPr anchor="b"/>
          <a:lstStyle>
            <a:lvl1pPr algn="l">
              <a:defRPr sz="13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7D604BF-6B8D-5F43-89FB-4BF55D88E2B7}"/>
              </a:ext>
            </a:extLst>
          </p:cNvPr>
          <p:cNvSpPr>
            <a:spLocks noGrp="1"/>
          </p:cNvSpPr>
          <p:nvPr>
            <p:ph type="subTitle" idx="1"/>
          </p:nvPr>
        </p:nvSpPr>
        <p:spPr>
          <a:xfrm>
            <a:off x="1440180" y="16874749"/>
            <a:ext cx="24803100" cy="2648710"/>
          </a:xfrm>
        </p:spPr>
        <p:txBody>
          <a:bodyPr/>
          <a:lstStyle>
            <a:lvl1pPr marL="0" indent="0" algn="l">
              <a:buNone/>
              <a:defRPr sz="5400"/>
            </a:lvl1pPr>
            <a:lvl2pPr marL="1028700" indent="0" algn="ctr">
              <a:buNone/>
              <a:defRPr sz="4500"/>
            </a:lvl2pPr>
            <a:lvl3pPr marL="2057400" indent="0" algn="ctr">
              <a:buNone/>
              <a:defRPr sz="4050"/>
            </a:lvl3pPr>
            <a:lvl4pPr marL="3086100" indent="0" algn="ctr">
              <a:buNone/>
              <a:defRPr sz="3600"/>
            </a:lvl4pPr>
            <a:lvl5pPr marL="4114800" indent="0" algn="ctr">
              <a:buNone/>
              <a:defRPr sz="3600"/>
            </a:lvl5pPr>
            <a:lvl6pPr marL="5143500" indent="0" algn="ctr">
              <a:buNone/>
              <a:defRPr sz="3600"/>
            </a:lvl6pPr>
            <a:lvl7pPr marL="6172200" indent="0" algn="ctr">
              <a:buNone/>
              <a:defRPr sz="3600"/>
            </a:lvl7pPr>
            <a:lvl8pPr marL="7200900" indent="0" algn="ctr">
              <a:buNone/>
              <a:defRPr sz="3600"/>
            </a:lvl8pPr>
            <a:lvl9pPr marL="8229600" indent="0" algn="ctr">
              <a:buNone/>
              <a:defRPr sz="3600"/>
            </a:lvl9pPr>
          </a:lstStyle>
          <a:p>
            <a:r>
              <a:rPr lang="en-US"/>
              <a:t>Click to edit Master subtitle style</a:t>
            </a:r>
          </a:p>
        </p:txBody>
      </p:sp>
      <p:pic>
        <p:nvPicPr>
          <p:cNvPr id="1026" name="Picture 2">
            <a:extLst>
              <a:ext uri="{FF2B5EF4-FFF2-40B4-BE49-F238E27FC236}">
                <a16:creationId xmlns:a16="http://schemas.microsoft.com/office/drawing/2014/main" id="{64979725-ED53-7642-86B2-288DD08387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7810" y="20287488"/>
            <a:ext cx="1556892" cy="1495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5535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extLst>
    <p:ext uri="{DCECCB84-F9BA-43D5-87BE-67443E8EF086}">
      <p15:sldGuideLst xmlns:p15="http://schemas.microsoft.com/office/powerpoint/2012/main">
        <p15:guide id="1" orient="horz" pos="1728" userDrawn="1">
          <p15:clr>
            <a:srgbClr val="FBAE40"/>
          </p15:clr>
        </p15:guide>
        <p15:guide id="2" pos="28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5F801-6CF1-7B4D-92DE-6F3089F11B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5D478-313C-0442-AE32-FDF47BEF2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BAC474A9-7AA0-1247-9750-E89A05D26767}"/>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8" name="Slide Number Placeholder 5">
            <a:extLst>
              <a:ext uri="{FF2B5EF4-FFF2-40B4-BE49-F238E27FC236}">
                <a16:creationId xmlns:a16="http://schemas.microsoft.com/office/drawing/2014/main" id="{7A5AE817-0BA6-7F4B-9BD0-69AFC8583299}"/>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195567545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extLst>
    <p:ext uri="{DCECCB84-F9BA-43D5-87BE-67443E8EF086}">
      <p15:sldGuideLst xmlns:p15="http://schemas.microsoft.com/office/powerpoint/2012/main">
        <p15:guide id="1" orient="horz" pos="1728" userDrawn="1">
          <p15:clr>
            <a:srgbClr val="FBAE40"/>
          </p15:clr>
        </p15:guide>
        <p15:guide id="2" pos="28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E0C19-C2E4-164F-A5D6-879472AFB0A3}"/>
              </a:ext>
            </a:extLst>
          </p:cNvPr>
          <p:cNvSpPr>
            <a:spLocks noGrp="1"/>
          </p:cNvSpPr>
          <p:nvPr>
            <p:ph type="title"/>
          </p:nvPr>
        </p:nvSpPr>
        <p:spPr/>
        <p:txBody>
          <a:body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75609E84-552B-9C47-93A5-2B900E597A80}"/>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33C390C9-2AD5-9E41-B96F-BF42F539D8A5}"/>
              </a:ext>
            </a:extLst>
          </p:cNvPr>
          <p:cNvSpPr>
            <a:spLocks noGrp="1"/>
          </p:cNvSpPr>
          <p:nvPr>
            <p:ph type="sldNum" sz="quarter" idx="11"/>
          </p:nvPr>
        </p:nvSpPr>
        <p:spPr/>
        <p:txBody>
          <a:bodyPr/>
          <a:lstStyle/>
          <a:p>
            <a:fld id="{48F63A3B-78C7-47BE-AE5E-E10140E04643}" type="slidenum">
              <a:rPr lang="en-US" smtClean="0"/>
              <a:t>‹n°›</a:t>
            </a:fld>
            <a:endParaRPr lang="en-US" dirty="0"/>
          </a:p>
        </p:txBody>
      </p:sp>
      <p:sp>
        <p:nvSpPr>
          <p:cNvPr id="5" name="Content Placeholder 2">
            <a:extLst>
              <a:ext uri="{FF2B5EF4-FFF2-40B4-BE49-F238E27FC236}">
                <a16:creationId xmlns:a16="http://schemas.microsoft.com/office/drawing/2014/main" id="{C74120B4-BF85-F94D-B732-BC6D69B00E8F}"/>
              </a:ext>
            </a:extLst>
          </p:cNvPr>
          <p:cNvSpPr>
            <a:spLocks noGrp="1"/>
          </p:cNvSpPr>
          <p:nvPr>
            <p:ph idx="1"/>
          </p:nvPr>
        </p:nvSpPr>
        <p:spPr>
          <a:xfrm>
            <a:off x="1885950" y="8290558"/>
            <a:ext cx="23660100" cy="114757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B0EE067-B0A5-A44E-812F-1B8140BA4325}"/>
              </a:ext>
            </a:extLst>
          </p:cNvPr>
          <p:cNvSpPr>
            <a:spLocks noGrp="1"/>
          </p:cNvSpPr>
          <p:nvPr>
            <p:ph type="body" sz="quarter" idx="12"/>
          </p:nvPr>
        </p:nvSpPr>
        <p:spPr>
          <a:xfrm>
            <a:off x="1885950" y="5607309"/>
            <a:ext cx="23660100" cy="2113280"/>
          </a:xfrm>
        </p:spPr>
        <p:txBody>
          <a:bodyPr>
            <a:normAutofit/>
          </a:bodyPr>
          <a:lstStyle>
            <a:lvl1pPr marL="0" indent="0">
              <a:buNone/>
              <a:defRPr sz="5400" i="1">
                <a:solidFill>
                  <a:srgbClr val="4B2E83"/>
                </a:solidFill>
              </a:defRPr>
            </a:lvl1pPr>
          </a:lstStyle>
          <a:p>
            <a:pPr lvl="0"/>
            <a:r>
              <a:rPr lang="en-US"/>
              <a:t>Click to edit Master text styles</a:t>
            </a:r>
          </a:p>
        </p:txBody>
      </p:sp>
    </p:spTree>
    <p:extLst>
      <p:ext uri="{BB962C8B-B14F-4D97-AF65-F5344CB8AC3E}">
        <p14:creationId xmlns:p14="http://schemas.microsoft.com/office/powerpoint/2010/main" val="10813169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62A51E3-C9D3-714D-85E9-2270B62B0DF4}"/>
              </a:ext>
            </a:extLst>
          </p:cNvPr>
          <p:cNvSpPr>
            <a:spLocks noGrp="1"/>
          </p:cNvSpPr>
          <p:nvPr>
            <p:ph type="ctrTitle"/>
          </p:nvPr>
        </p:nvSpPr>
        <p:spPr>
          <a:xfrm>
            <a:off x="1440180" y="5949697"/>
            <a:ext cx="13258800" cy="6924042"/>
          </a:xfrm>
        </p:spPr>
        <p:txBody>
          <a:bodyPr anchor="b"/>
          <a:lstStyle>
            <a:lvl1pPr algn="l">
              <a:defRPr sz="13500"/>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5E1E7242-8D7C-134B-BC3C-F0E2BAE005F1}"/>
              </a:ext>
            </a:extLst>
          </p:cNvPr>
          <p:cNvSpPr>
            <a:spLocks noGrp="1"/>
          </p:cNvSpPr>
          <p:nvPr>
            <p:ph type="subTitle" idx="1"/>
          </p:nvPr>
        </p:nvSpPr>
        <p:spPr>
          <a:xfrm>
            <a:off x="1440180" y="13168381"/>
            <a:ext cx="13258800" cy="6435341"/>
          </a:xfrm>
        </p:spPr>
        <p:txBody>
          <a:bodyPr/>
          <a:lstStyle>
            <a:lvl1pPr marL="0" indent="0" algn="l">
              <a:buNone/>
              <a:defRPr sz="5400"/>
            </a:lvl1pPr>
            <a:lvl2pPr marL="1028700" indent="0" algn="ctr">
              <a:buNone/>
              <a:defRPr sz="4500"/>
            </a:lvl2pPr>
            <a:lvl3pPr marL="2057400" indent="0" algn="ctr">
              <a:buNone/>
              <a:defRPr sz="4050"/>
            </a:lvl3pPr>
            <a:lvl4pPr marL="3086100" indent="0" algn="ctr">
              <a:buNone/>
              <a:defRPr sz="3600"/>
            </a:lvl4pPr>
            <a:lvl5pPr marL="4114800" indent="0" algn="ctr">
              <a:buNone/>
              <a:defRPr sz="3600"/>
            </a:lvl5pPr>
            <a:lvl6pPr marL="5143500" indent="0" algn="ctr">
              <a:buNone/>
              <a:defRPr sz="3600"/>
            </a:lvl6pPr>
            <a:lvl7pPr marL="6172200" indent="0" algn="ctr">
              <a:buNone/>
              <a:defRPr sz="3600"/>
            </a:lvl7pPr>
            <a:lvl8pPr marL="7200900" indent="0" algn="ctr">
              <a:buNone/>
              <a:defRPr sz="3600"/>
            </a:lvl8pPr>
            <a:lvl9pPr marL="8229600" indent="0" algn="ctr">
              <a:buNone/>
              <a:defRPr sz="3600"/>
            </a:lvl9pPr>
          </a:lstStyle>
          <a:p>
            <a:r>
              <a:rPr lang="en-US"/>
              <a:t>Click to edit Master subtitle style</a:t>
            </a:r>
          </a:p>
        </p:txBody>
      </p:sp>
      <p:sp>
        <p:nvSpPr>
          <p:cNvPr id="12" name="Picture Placeholder 11">
            <a:extLst>
              <a:ext uri="{FF2B5EF4-FFF2-40B4-BE49-F238E27FC236}">
                <a16:creationId xmlns:a16="http://schemas.microsoft.com/office/drawing/2014/main" id="{3F633316-E24F-AB49-A3B3-99EABF5C3BB8}"/>
              </a:ext>
            </a:extLst>
          </p:cNvPr>
          <p:cNvSpPr>
            <a:spLocks noGrp="1"/>
          </p:cNvSpPr>
          <p:nvPr>
            <p:ph type="pic" sz="quarter" idx="10"/>
          </p:nvPr>
        </p:nvSpPr>
        <p:spPr>
          <a:xfrm>
            <a:off x="15110460" y="1041403"/>
            <a:ext cx="10949940" cy="18562320"/>
          </a:xfrm>
        </p:spPr>
        <p:txBody>
          <a:bodyPr/>
          <a:lstStyle/>
          <a:p>
            <a:r>
              <a:rPr lang="en-US"/>
              <a:t>Click icon to add picture</a:t>
            </a:r>
          </a:p>
        </p:txBody>
      </p:sp>
    </p:spTree>
    <p:extLst>
      <p:ext uri="{BB962C8B-B14F-4D97-AF65-F5344CB8AC3E}">
        <p14:creationId xmlns:p14="http://schemas.microsoft.com/office/powerpoint/2010/main" val="28535498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78D2A-2FF6-464C-BD04-4D5D7C9A7A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1CB21F-953C-0A45-8985-927E5D222717}"/>
              </a:ext>
            </a:extLst>
          </p:cNvPr>
          <p:cNvSpPr>
            <a:spLocks noGrp="1"/>
          </p:cNvSpPr>
          <p:nvPr>
            <p:ph sz="half" idx="1"/>
          </p:nvPr>
        </p:nvSpPr>
        <p:spPr>
          <a:xfrm>
            <a:off x="1885950" y="5842000"/>
            <a:ext cx="1165860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2F09B2-768A-844B-9C16-D7F2EF6BFC9D}"/>
              </a:ext>
            </a:extLst>
          </p:cNvPr>
          <p:cNvSpPr>
            <a:spLocks noGrp="1"/>
          </p:cNvSpPr>
          <p:nvPr>
            <p:ph sz="half" idx="2"/>
          </p:nvPr>
        </p:nvSpPr>
        <p:spPr>
          <a:xfrm>
            <a:off x="13887450" y="5842000"/>
            <a:ext cx="1165860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53C84E89-77C6-F24A-97A8-BD9791D74000}"/>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9" name="Slide Number Placeholder 5">
            <a:extLst>
              <a:ext uri="{FF2B5EF4-FFF2-40B4-BE49-F238E27FC236}">
                <a16:creationId xmlns:a16="http://schemas.microsoft.com/office/drawing/2014/main" id="{31133ED8-139E-954B-8A4E-FC112A4179BD}"/>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169192122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A0E40-F490-7C41-B5EB-F0310A227F16}"/>
              </a:ext>
            </a:extLst>
          </p:cNvPr>
          <p:cNvSpPr>
            <a:spLocks noGrp="1"/>
          </p:cNvSpPr>
          <p:nvPr>
            <p:ph type="title"/>
          </p:nvPr>
        </p:nvSpPr>
        <p:spPr>
          <a:xfrm>
            <a:off x="1889523" y="1168401"/>
            <a:ext cx="23660100" cy="4241802"/>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656AD9-85AC-7147-901A-3824FB5173D3}"/>
              </a:ext>
            </a:extLst>
          </p:cNvPr>
          <p:cNvSpPr>
            <a:spLocks noGrp="1"/>
          </p:cNvSpPr>
          <p:nvPr>
            <p:ph type="body" idx="1"/>
          </p:nvPr>
        </p:nvSpPr>
        <p:spPr>
          <a:xfrm>
            <a:off x="1889524" y="5379722"/>
            <a:ext cx="11605021" cy="2636518"/>
          </a:xfrm>
        </p:spPr>
        <p:txBody>
          <a:bodyPr anchor="b"/>
          <a:lstStyle>
            <a:lvl1pPr marL="0" indent="0">
              <a:buNone/>
              <a:defRPr sz="5400" b="1"/>
            </a:lvl1pPr>
            <a:lvl2pPr marL="1028700" indent="0">
              <a:buNone/>
              <a:defRPr sz="4500" b="1"/>
            </a:lvl2pPr>
            <a:lvl3pPr marL="2057400" indent="0">
              <a:buNone/>
              <a:defRPr sz="4050" b="1"/>
            </a:lvl3pPr>
            <a:lvl4pPr marL="3086100" indent="0">
              <a:buNone/>
              <a:defRPr sz="3600" b="1"/>
            </a:lvl4pPr>
            <a:lvl5pPr marL="4114800" indent="0">
              <a:buNone/>
              <a:defRPr sz="3600" b="1"/>
            </a:lvl5pPr>
            <a:lvl6pPr marL="5143500" indent="0">
              <a:buNone/>
              <a:defRPr sz="3600" b="1"/>
            </a:lvl6pPr>
            <a:lvl7pPr marL="6172200" indent="0">
              <a:buNone/>
              <a:defRPr sz="3600" b="1"/>
            </a:lvl7pPr>
            <a:lvl8pPr marL="7200900" indent="0">
              <a:buNone/>
              <a:defRPr sz="3600" b="1"/>
            </a:lvl8pPr>
            <a:lvl9pPr marL="8229600" indent="0">
              <a:buNone/>
              <a:defRPr sz="3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17A7DE-5A72-F944-A4AF-68917E967C5A}"/>
              </a:ext>
            </a:extLst>
          </p:cNvPr>
          <p:cNvSpPr>
            <a:spLocks noGrp="1"/>
          </p:cNvSpPr>
          <p:nvPr>
            <p:ph sz="half" idx="2"/>
          </p:nvPr>
        </p:nvSpPr>
        <p:spPr>
          <a:xfrm>
            <a:off x="1889524" y="8016240"/>
            <a:ext cx="11605021"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23AD67-2D64-C24E-9A2F-204FF3640858}"/>
              </a:ext>
            </a:extLst>
          </p:cNvPr>
          <p:cNvSpPr>
            <a:spLocks noGrp="1"/>
          </p:cNvSpPr>
          <p:nvPr>
            <p:ph type="body" sz="quarter" idx="3"/>
          </p:nvPr>
        </p:nvSpPr>
        <p:spPr>
          <a:xfrm>
            <a:off x="13887450" y="5379722"/>
            <a:ext cx="11662173" cy="2636518"/>
          </a:xfrm>
        </p:spPr>
        <p:txBody>
          <a:bodyPr anchor="b"/>
          <a:lstStyle>
            <a:lvl1pPr marL="0" indent="0">
              <a:buNone/>
              <a:defRPr sz="5400" b="1"/>
            </a:lvl1pPr>
            <a:lvl2pPr marL="1028700" indent="0">
              <a:buNone/>
              <a:defRPr sz="4500" b="1"/>
            </a:lvl2pPr>
            <a:lvl3pPr marL="2057400" indent="0">
              <a:buNone/>
              <a:defRPr sz="4050" b="1"/>
            </a:lvl3pPr>
            <a:lvl4pPr marL="3086100" indent="0">
              <a:buNone/>
              <a:defRPr sz="3600" b="1"/>
            </a:lvl4pPr>
            <a:lvl5pPr marL="4114800" indent="0">
              <a:buNone/>
              <a:defRPr sz="3600" b="1"/>
            </a:lvl5pPr>
            <a:lvl6pPr marL="5143500" indent="0">
              <a:buNone/>
              <a:defRPr sz="3600" b="1"/>
            </a:lvl6pPr>
            <a:lvl7pPr marL="6172200" indent="0">
              <a:buNone/>
              <a:defRPr sz="3600" b="1"/>
            </a:lvl7pPr>
            <a:lvl8pPr marL="7200900" indent="0">
              <a:buNone/>
              <a:defRPr sz="3600" b="1"/>
            </a:lvl8pPr>
            <a:lvl9pPr marL="8229600" indent="0">
              <a:buNone/>
              <a:defRPr sz="3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CC268A-8401-FA48-8B45-F8EDD59C76AF}"/>
              </a:ext>
            </a:extLst>
          </p:cNvPr>
          <p:cNvSpPr>
            <a:spLocks noGrp="1"/>
          </p:cNvSpPr>
          <p:nvPr>
            <p:ph sz="quarter" idx="4"/>
          </p:nvPr>
        </p:nvSpPr>
        <p:spPr>
          <a:xfrm>
            <a:off x="13887450" y="8016240"/>
            <a:ext cx="11662173"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F56CE7D1-05AC-844E-B102-6700D21CD76A}"/>
              </a:ext>
            </a:extLst>
          </p:cNvPr>
          <p:cNvSpPr>
            <a:spLocks noGrp="1"/>
          </p:cNvSpPr>
          <p:nvPr>
            <p:ph type="ftr" sz="quarter" idx="10"/>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11" name="Slide Number Placeholder 5">
            <a:extLst>
              <a:ext uri="{FF2B5EF4-FFF2-40B4-BE49-F238E27FC236}">
                <a16:creationId xmlns:a16="http://schemas.microsoft.com/office/drawing/2014/main" id="{C59A17ED-2E99-4C4E-B06C-F631E26DE0C1}"/>
              </a:ext>
            </a:extLst>
          </p:cNvPr>
          <p:cNvSpPr>
            <a:spLocks noGrp="1"/>
          </p:cNvSpPr>
          <p:nvPr>
            <p:ph type="sldNum" sz="quarter" idx="11"/>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282806405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4DD5E-52B9-2444-88C3-8C7646BE1380}"/>
              </a:ext>
            </a:extLst>
          </p:cNvPr>
          <p:cNvSpPr>
            <a:spLocks noGrp="1"/>
          </p:cNvSpPr>
          <p:nvPr>
            <p:ph type="title"/>
          </p:nvPr>
        </p:nvSpPr>
        <p:spPr/>
        <p:txBody>
          <a:bodyPr/>
          <a:lstStyle/>
          <a:p>
            <a:r>
              <a:rPr lang="en-US"/>
              <a:t>Click to edit Master title style</a:t>
            </a:r>
          </a:p>
        </p:txBody>
      </p:sp>
      <p:sp>
        <p:nvSpPr>
          <p:cNvPr id="6" name="Footer Placeholder 4">
            <a:extLst>
              <a:ext uri="{FF2B5EF4-FFF2-40B4-BE49-F238E27FC236}">
                <a16:creationId xmlns:a16="http://schemas.microsoft.com/office/drawing/2014/main" id="{33150C3F-0CB6-C94D-BF15-164C92B6B743}"/>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7" name="Slide Number Placeholder 5">
            <a:extLst>
              <a:ext uri="{FF2B5EF4-FFF2-40B4-BE49-F238E27FC236}">
                <a16:creationId xmlns:a16="http://schemas.microsoft.com/office/drawing/2014/main" id="{4072AC64-EDD6-B74A-891D-0FA05C90781E}"/>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234667743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306DFBE-EDB9-914D-AAAC-EFCCEE909222}"/>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6" name="Slide Number Placeholder 5">
            <a:extLst>
              <a:ext uri="{FF2B5EF4-FFF2-40B4-BE49-F238E27FC236}">
                <a16:creationId xmlns:a16="http://schemas.microsoft.com/office/drawing/2014/main" id="{BF7C9ECF-94DB-9049-A0AE-31740A39874D}"/>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18288264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DF3B-E223-0641-84C8-66927D12A415}"/>
              </a:ext>
            </a:extLst>
          </p:cNvPr>
          <p:cNvSpPr>
            <a:spLocks noGrp="1"/>
          </p:cNvSpPr>
          <p:nvPr>
            <p:ph type="title"/>
          </p:nvPr>
        </p:nvSpPr>
        <p:spPr>
          <a:xfrm>
            <a:off x="1889524" y="1463040"/>
            <a:ext cx="8847533" cy="5120640"/>
          </a:xfrm>
        </p:spPr>
        <p:txBody>
          <a:bodyPr anchor="b"/>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1B6CB404-770A-054A-919C-7CE4CD38FB14}"/>
              </a:ext>
            </a:extLst>
          </p:cNvPr>
          <p:cNvSpPr>
            <a:spLocks noGrp="1"/>
          </p:cNvSpPr>
          <p:nvPr>
            <p:ph idx="1"/>
          </p:nvPr>
        </p:nvSpPr>
        <p:spPr>
          <a:xfrm>
            <a:off x="11662173" y="3159762"/>
            <a:ext cx="13887450" cy="15595600"/>
          </a:xfrm>
        </p:spPr>
        <p:txBody>
          <a:bodyPr/>
          <a:lstStyle>
            <a:lvl1pPr>
              <a:defRPr sz="7200"/>
            </a:lvl1pPr>
            <a:lvl2pPr>
              <a:defRPr sz="6300"/>
            </a:lvl2pPr>
            <a:lvl3pPr>
              <a:defRPr sz="5400"/>
            </a:lvl3pPr>
            <a:lvl4pPr>
              <a:defRPr sz="4500"/>
            </a:lvl4pPr>
            <a:lvl5pPr>
              <a:defRPr sz="4500"/>
            </a:lvl5pPr>
            <a:lvl6pPr>
              <a:defRPr sz="4500"/>
            </a:lvl6pPr>
            <a:lvl7pPr>
              <a:defRPr sz="4500"/>
            </a:lvl7pPr>
            <a:lvl8pPr>
              <a:defRPr sz="4500"/>
            </a:lvl8pPr>
            <a:lvl9pPr>
              <a:defRPr sz="4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11A150-362B-3A49-89A6-612D60CED5A0}"/>
              </a:ext>
            </a:extLst>
          </p:cNvPr>
          <p:cNvSpPr>
            <a:spLocks noGrp="1"/>
          </p:cNvSpPr>
          <p:nvPr>
            <p:ph type="body" sz="half" idx="2"/>
          </p:nvPr>
        </p:nvSpPr>
        <p:spPr>
          <a:xfrm>
            <a:off x="1889524" y="6583680"/>
            <a:ext cx="8847533" cy="12197082"/>
          </a:xfrm>
        </p:spPr>
        <p:txBody>
          <a:bodyPr/>
          <a:lstStyle>
            <a:lvl1pPr marL="0" indent="0">
              <a:buNone/>
              <a:defRPr sz="3600"/>
            </a:lvl1pPr>
            <a:lvl2pPr marL="1028700" indent="0">
              <a:buNone/>
              <a:defRPr sz="3150"/>
            </a:lvl2pPr>
            <a:lvl3pPr marL="2057400" indent="0">
              <a:buNone/>
              <a:defRPr sz="2700"/>
            </a:lvl3pPr>
            <a:lvl4pPr marL="3086100" indent="0">
              <a:buNone/>
              <a:defRPr sz="2250"/>
            </a:lvl4pPr>
            <a:lvl5pPr marL="4114800" indent="0">
              <a:buNone/>
              <a:defRPr sz="2250"/>
            </a:lvl5pPr>
            <a:lvl6pPr marL="5143500" indent="0">
              <a:buNone/>
              <a:defRPr sz="2250"/>
            </a:lvl6pPr>
            <a:lvl7pPr marL="6172200" indent="0">
              <a:buNone/>
              <a:defRPr sz="2250"/>
            </a:lvl7pPr>
            <a:lvl8pPr marL="7200900" indent="0">
              <a:buNone/>
              <a:defRPr sz="2250"/>
            </a:lvl8pPr>
            <a:lvl9pPr marL="8229600" indent="0">
              <a:buNone/>
              <a:defRPr sz="2250"/>
            </a:lvl9pPr>
          </a:lstStyle>
          <a:p>
            <a:pPr lvl="0"/>
            <a:r>
              <a:rPr lang="en-US"/>
              <a:t>Click to edit Master text styles</a:t>
            </a:r>
          </a:p>
        </p:txBody>
      </p:sp>
      <p:sp>
        <p:nvSpPr>
          <p:cNvPr id="8" name="Footer Placeholder 4">
            <a:extLst>
              <a:ext uri="{FF2B5EF4-FFF2-40B4-BE49-F238E27FC236}">
                <a16:creationId xmlns:a16="http://schemas.microsoft.com/office/drawing/2014/main" id="{F4E5FA20-2741-EB4C-A01E-C080FBD7661F}"/>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9" name="Slide Number Placeholder 5">
            <a:extLst>
              <a:ext uri="{FF2B5EF4-FFF2-40B4-BE49-F238E27FC236}">
                <a16:creationId xmlns:a16="http://schemas.microsoft.com/office/drawing/2014/main" id="{D60DE7B8-419B-014F-9420-061C81DA07CB}"/>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15708079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F7E65-06AF-F745-AFFB-6C5FE9E3E5ED}"/>
              </a:ext>
            </a:extLst>
          </p:cNvPr>
          <p:cNvSpPr>
            <a:spLocks noGrp="1"/>
          </p:cNvSpPr>
          <p:nvPr>
            <p:ph type="title"/>
          </p:nvPr>
        </p:nvSpPr>
        <p:spPr>
          <a:xfrm>
            <a:off x="1889524" y="1463040"/>
            <a:ext cx="8847533" cy="5120640"/>
          </a:xfrm>
        </p:spPr>
        <p:txBody>
          <a:bodyPr anchor="b"/>
          <a:lstStyle>
            <a:lvl1pPr>
              <a:defRPr sz="7200"/>
            </a:lvl1pPr>
          </a:lstStyle>
          <a:p>
            <a:r>
              <a:rPr lang="en-US"/>
              <a:t>Click to edit Master title style</a:t>
            </a:r>
          </a:p>
        </p:txBody>
      </p:sp>
      <p:sp>
        <p:nvSpPr>
          <p:cNvPr id="3" name="Picture Placeholder 2">
            <a:extLst>
              <a:ext uri="{FF2B5EF4-FFF2-40B4-BE49-F238E27FC236}">
                <a16:creationId xmlns:a16="http://schemas.microsoft.com/office/drawing/2014/main" id="{8C7B463C-7B50-BA43-98DF-F968D24EA0C1}"/>
              </a:ext>
            </a:extLst>
          </p:cNvPr>
          <p:cNvSpPr>
            <a:spLocks noGrp="1"/>
          </p:cNvSpPr>
          <p:nvPr>
            <p:ph type="pic" idx="1"/>
          </p:nvPr>
        </p:nvSpPr>
        <p:spPr>
          <a:xfrm>
            <a:off x="11662173" y="3159762"/>
            <a:ext cx="13887450" cy="15595600"/>
          </a:xfrm>
        </p:spPr>
        <p:txBody>
          <a:bodyPr/>
          <a:lstStyle>
            <a:lvl1pPr marL="0" indent="0">
              <a:buNone/>
              <a:defRPr sz="7200"/>
            </a:lvl1pPr>
            <a:lvl2pPr marL="1028700" indent="0">
              <a:buNone/>
              <a:defRPr sz="6300"/>
            </a:lvl2pPr>
            <a:lvl3pPr marL="2057400" indent="0">
              <a:buNone/>
              <a:defRPr sz="5400"/>
            </a:lvl3pPr>
            <a:lvl4pPr marL="3086100" indent="0">
              <a:buNone/>
              <a:defRPr sz="4500"/>
            </a:lvl4pPr>
            <a:lvl5pPr marL="4114800" indent="0">
              <a:buNone/>
              <a:defRPr sz="4500"/>
            </a:lvl5pPr>
            <a:lvl6pPr marL="5143500" indent="0">
              <a:buNone/>
              <a:defRPr sz="4500"/>
            </a:lvl6pPr>
            <a:lvl7pPr marL="6172200" indent="0">
              <a:buNone/>
              <a:defRPr sz="4500"/>
            </a:lvl7pPr>
            <a:lvl8pPr marL="7200900" indent="0">
              <a:buNone/>
              <a:defRPr sz="4500"/>
            </a:lvl8pPr>
            <a:lvl9pPr marL="8229600" indent="0">
              <a:buNone/>
              <a:defRPr sz="4500"/>
            </a:lvl9pPr>
          </a:lstStyle>
          <a:p>
            <a:r>
              <a:rPr lang="en-US"/>
              <a:t>Click icon to add picture</a:t>
            </a:r>
          </a:p>
        </p:txBody>
      </p:sp>
      <p:sp>
        <p:nvSpPr>
          <p:cNvPr id="4" name="Text Placeholder 3">
            <a:extLst>
              <a:ext uri="{FF2B5EF4-FFF2-40B4-BE49-F238E27FC236}">
                <a16:creationId xmlns:a16="http://schemas.microsoft.com/office/drawing/2014/main" id="{A8DE5D73-2711-7444-B558-694B2D6149C6}"/>
              </a:ext>
            </a:extLst>
          </p:cNvPr>
          <p:cNvSpPr>
            <a:spLocks noGrp="1"/>
          </p:cNvSpPr>
          <p:nvPr>
            <p:ph type="body" sz="half" idx="2"/>
          </p:nvPr>
        </p:nvSpPr>
        <p:spPr>
          <a:xfrm>
            <a:off x="1889524" y="6583680"/>
            <a:ext cx="8847533" cy="12197082"/>
          </a:xfrm>
        </p:spPr>
        <p:txBody>
          <a:bodyPr/>
          <a:lstStyle>
            <a:lvl1pPr marL="0" indent="0">
              <a:buNone/>
              <a:defRPr sz="3600"/>
            </a:lvl1pPr>
            <a:lvl2pPr marL="1028700" indent="0">
              <a:buNone/>
              <a:defRPr sz="3150"/>
            </a:lvl2pPr>
            <a:lvl3pPr marL="2057400" indent="0">
              <a:buNone/>
              <a:defRPr sz="2700"/>
            </a:lvl3pPr>
            <a:lvl4pPr marL="3086100" indent="0">
              <a:buNone/>
              <a:defRPr sz="2250"/>
            </a:lvl4pPr>
            <a:lvl5pPr marL="4114800" indent="0">
              <a:buNone/>
              <a:defRPr sz="2250"/>
            </a:lvl5pPr>
            <a:lvl6pPr marL="5143500" indent="0">
              <a:buNone/>
              <a:defRPr sz="2250"/>
            </a:lvl6pPr>
            <a:lvl7pPr marL="6172200" indent="0">
              <a:buNone/>
              <a:defRPr sz="2250"/>
            </a:lvl7pPr>
            <a:lvl8pPr marL="7200900" indent="0">
              <a:buNone/>
              <a:defRPr sz="2250"/>
            </a:lvl8pPr>
            <a:lvl9pPr marL="8229600" indent="0">
              <a:buNone/>
              <a:defRPr sz="2250"/>
            </a:lvl9pPr>
          </a:lstStyle>
          <a:p>
            <a:pPr lvl="0"/>
            <a:r>
              <a:rPr lang="en-US"/>
              <a:t>Click to edit Master text styles</a:t>
            </a:r>
          </a:p>
        </p:txBody>
      </p:sp>
      <p:sp>
        <p:nvSpPr>
          <p:cNvPr id="8" name="Footer Placeholder 4">
            <a:extLst>
              <a:ext uri="{FF2B5EF4-FFF2-40B4-BE49-F238E27FC236}">
                <a16:creationId xmlns:a16="http://schemas.microsoft.com/office/drawing/2014/main" id="{389D81AD-2866-CA4F-9008-7367A3CA0910}"/>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9" name="Slide Number Placeholder 5">
            <a:extLst>
              <a:ext uri="{FF2B5EF4-FFF2-40B4-BE49-F238E27FC236}">
                <a16:creationId xmlns:a16="http://schemas.microsoft.com/office/drawing/2014/main" id="{919AABB2-1E56-C346-97DB-434CF6D3E7E9}"/>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20908965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485CF-DE21-7A4B-957F-C4F6FD43A2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EAC2FF-2951-E144-9B15-EBF8BF881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3C8C2113-DC27-4E4B-9640-65E149A5857B}"/>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8" name="Slide Number Placeholder 5">
            <a:extLst>
              <a:ext uri="{FF2B5EF4-FFF2-40B4-BE49-F238E27FC236}">
                <a16:creationId xmlns:a16="http://schemas.microsoft.com/office/drawing/2014/main" id="{CA70A458-3E6D-7745-9F42-58FEC3F2B2DB}"/>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358870201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84BF15-3D6A-F74F-9208-05C31F57859E}"/>
              </a:ext>
            </a:extLst>
          </p:cNvPr>
          <p:cNvSpPr>
            <a:spLocks noGrp="1"/>
          </p:cNvSpPr>
          <p:nvPr>
            <p:ph type="title" orient="vert"/>
          </p:nvPr>
        </p:nvSpPr>
        <p:spPr>
          <a:xfrm>
            <a:off x="19631025" y="1168400"/>
            <a:ext cx="5915025" cy="1859788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03D5EE-7056-864F-8C9B-2127DA1366EC}"/>
              </a:ext>
            </a:extLst>
          </p:cNvPr>
          <p:cNvSpPr>
            <a:spLocks noGrp="1"/>
          </p:cNvSpPr>
          <p:nvPr>
            <p:ph type="body" orient="vert" idx="1"/>
          </p:nvPr>
        </p:nvSpPr>
        <p:spPr>
          <a:xfrm>
            <a:off x="1885950" y="1168400"/>
            <a:ext cx="1740217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4FAE334E-8974-6A4B-910D-CDD46E9C4F76}"/>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Towards trusted human-centric robot autonomy</a:t>
            </a:r>
            <a:endParaRPr lang="en-US" dirty="0"/>
          </a:p>
        </p:txBody>
      </p:sp>
      <p:sp>
        <p:nvSpPr>
          <p:cNvPr id="8" name="Slide Number Placeholder 5">
            <a:extLst>
              <a:ext uri="{FF2B5EF4-FFF2-40B4-BE49-F238E27FC236}">
                <a16:creationId xmlns:a16="http://schemas.microsoft.com/office/drawing/2014/main" id="{F2C91E73-078F-4243-949B-161C41D46277}"/>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spTree>
    <p:extLst>
      <p:ext uri="{BB962C8B-B14F-4D97-AF65-F5344CB8AC3E}">
        <p14:creationId xmlns:p14="http://schemas.microsoft.com/office/powerpoint/2010/main" val="18655710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4042775"/>
      </p:ext>
    </p:extLst>
  </p:cSld>
  <p:clrMap bg1="dk2" tx1="lt1" bg2="dk1" tx2="lt2" accent1="accent1" accent2="accent2" accent3="accent3" accent4="accent4" accent5="accent5" accent6="accent6" hlink="hlink" folHlink="folHlink"/>
  <p:sldLayoutIdLst>
    <p:sldLayoutId id="2147483665"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rtl="0" eaLnBrk="1" fontAlgn="base" hangingPunct="1">
        <a:lnSpc>
          <a:spcPct val="90000"/>
        </a:lnSpc>
        <a:spcBef>
          <a:spcPct val="0"/>
        </a:spcBef>
        <a:spcAft>
          <a:spcPct val="0"/>
        </a:spcAft>
        <a:defRPr sz="9000" b="0"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8001" b="1">
          <a:solidFill>
            <a:srgbClr val="73B900"/>
          </a:solidFill>
          <a:latin typeface="Arial" charset="0"/>
        </a:defRPr>
      </a:lvl2pPr>
      <a:lvl3pPr algn="l" rtl="0" eaLnBrk="1" fontAlgn="base" hangingPunct="1">
        <a:spcBef>
          <a:spcPct val="0"/>
        </a:spcBef>
        <a:spcAft>
          <a:spcPct val="0"/>
        </a:spcAft>
        <a:defRPr sz="8001" b="1">
          <a:solidFill>
            <a:srgbClr val="73B900"/>
          </a:solidFill>
          <a:latin typeface="Arial" charset="0"/>
        </a:defRPr>
      </a:lvl3pPr>
      <a:lvl4pPr algn="l" rtl="0" eaLnBrk="1" fontAlgn="base" hangingPunct="1">
        <a:spcBef>
          <a:spcPct val="0"/>
        </a:spcBef>
        <a:spcAft>
          <a:spcPct val="0"/>
        </a:spcAft>
        <a:defRPr sz="8001" b="1">
          <a:solidFill>
            <a:srgbClr val="73B900"/>
          </a:solidFill>
          <a:latin typeface="Arial" charset="0"/>
        </a:defRPr>
      </a:lvl4pPr>
      <a:lvl5pPr algn="l" rtl="0" eaLnBrk="1" fontAlgn="base" hangingPunct="1">
        <a:spcBef>
          <a:spcPct val="0"/>
        </a:spcBef>
        <a:spcAft>
          <a:spcPct val="0"/>
        </a:spcAft>
        <a:defRPr sz="8001" b="1">
          <a:solidFill>
            <a:srgbClr val="73B900"/>
          </a:solidFill>
          <a:latin typeface="Arial" charset="0"/>
        </a:defRPr>
      </a:lvl5pPr>
      <a:lvl6pPr marL="1143125" algn="l" rtl="0" eaLnBrk="1" fontAlgn="base" hangingPunct="1">
        <a:spcBef>
          <a:spcPct val="0"/>
        </a:spcBef>
        <a:spcAft>
          <a:spcPct val="0"/>
        </a:spcAft>
        <a:defRPr sz="8001" b="1">
          <a:solidFill>
            <a:srgbClr val="73B900"/>
          </a:solidFill>
          <a:latin typeface="Arial" charset="0"/>
        </a:defRPr>
      </a:lvl6pPr>
      <a:lvl7pPr marL="2286252" algn="l" rtl="0" eaLnBrk="1" fontAlgn="base" hangingPunct="1">
        <a:spcBef>
          <a:spcPct val="0"/>
        </a:spcBef>
        <a:spcAft>
          <a:spcPct val="0"/>
        </a:spcAft>
        <a:defRPr sz="8001" b="1">
          <a:solidFill>
            <a:srgbClr val="73B900"/>
          </a:solidFill>
          <a:latin typeface="Arial" charset="0"/>
        </a:defRPr>
      </a:lvl7pPr>
      <a:lvl8pPr marL="3429378" algn="l" rtl="0" eaLnBrk="1" fontAlgn="base" hangingPunct="1">
        <a:spcBef>
          <a:spcPct val="0"/>
        </a:spcBef>
        <a:spcAft>
          <a:spcPct val="0"/>
        </a:spcAft>
        <a:defRPr sz="8001" b="1">
          <a:solidFill>
            <a:srgbClr val="73B900"/>
          </a:solidFill>
          <a:latin typeface="Arial" charset="0"/>
        </a:defRPr>
      </a:lvl8pPr>
      <a:lvl9pPr marL="4572503" algn="l" rtl="0" eaLnBrk="1" fontAlgn="base" hangingPunct="1">
        <a:spcBef>
          <a:spcPct val="0"/>
        </a:spcBef>
        <a:spcAft>
          <a:spcPct val="0"/>
        </a:spcAft>
        <a:defRPr sz="8001" b="1">
          <a:solidFill>
            <a:srgbClr val="73B900"/>
          </a:solidFill>
          <a:latin typeface="Arial" charset="0"/>
        </a:defRPr>
      </a:lvl9pPr>
    </p:titleStyle>
    <p:bodyStyle>
      <a:lvl1pPr marL="0" indent="0" algn="l" rtl="0" eaLnBrk="1" fontAlgn="base" hangingPunct="1">
        <a:lnSpc>
          <a:spcPct val="90000"/>
        </a:lnSpc>
        <a:spcBef>
          <a:spcPts val="2250"/>
        </a:spcBef>
        <a:spcAft>
          <a:spcPts val="2250"/>
        </a:spcAft>
        <a:buClr>
          <a:schemeClr val="bg2"/>
        </a:buClr>
        <a:buSzPct val="100000"/>
        <a:buFontTx/>
        <a:buNone/>
        <a:defRPr sz="3600" b="0">
          <a:solidFill>
            <a:schemeClr val="accent4"/>
          </a:solidFill>
          <a:latin typeface="Trebuchet MS" pitchFamily="34" charset="0"/>
          <a:ea typeface="+mn-ea"/>
          <a:cs typeface="+mn-cs"/>
        </a:defRPr>
      </a:lvl1pPr>
      <a:lvl2pPr marL="1428907" indent="0" algn="l" rtl="0" eaLnBrk="1" fontAlgn="base" hangingPunct="1">
        <a:lnSpc>
          <a:spcPct val="90000"/>
        </a:lnSpc>
        <a:spcBef>
          <a:spcPts val="2250"/>
        </a:spcBef>
        <a:spcAft>
          <a:spcPts val="2250"/>
        </a:spcAft>
        <a:buClr>
          <a:schemeClr val="bg2"/>
        </a:buClr>
        <a:buSzPct val="100000"/>
        <a:buFontTx/>
        <a:buNone/>
        <a:defRPr sz="2999" b="0">
          <a:solidFill>
            <a:schemeClr val="accent4"/>
          </a:solidFill>
          <a:latin typeface="Trebuchet MS" pitchFamily="34" charset="0"/>
        </a:defRPr>
      </a:lvl2pPr>
      <a:lvl3pPr marL="2722864" indent="0" algn="l" rtl="0" eaLnBrk="1" fontAlgn="base" hangingPunct="1">
        <a:lnSpc>
          <a:spcPct val="90000"/>
        </a:lnSpc>
        <a:spcBef>
          <a:spcPts val="2250"/>
        </a:spcBef>
        <a:spcAft>
          <a:spcPts val="2250"/>
        </a:spcAft>
        <a:buClr>
          <a:schemeClr val="bg2"/>
        </a:buClr>
        <a:buSzPct val="100000"/>
        <a:buFontTx/>
        <a:buNone/>
        <a:defRPr sz="2750" b="0">
          <a:solidFill>
            <a:schemeClr val="accent4"/>
          </a:solidFill>
          <a:latin typeface="Trebuchet MS" pitchFamily="34" charset="0"/>
        </a:defRPr>
      </a:lvl3pPr>
      <a:lvl4pPr marL="4437551" indent="-571565" algn="l" rtl="0" eaLnBrk="1" fontAlgn="base" hangingPunct="1">
        <a:spcBef>
          <a:spcPct val="20000"/>
        </a:spcBef>
        <a:spcAft>
          <a:spcPct val="0"/>
        </a:spcAft>
        <a:buChar char="–"/>
        <a:defRPr sz="5000">
          <a:solidFill>
            <a:schemeClr val="bg1"/>
          </a:solidFill>
          <a:latin typeface="+mn-lt"/>
        </a:defRPr>
      </a:lvl4pPr>
      <a:lvl5pPr marL="5294894" indent="-571565" algn="l" rtl="0" eaLnBrk="1" fontAlgn="base" hangingPunct="1">
        <a:spcBef>
          <a:spcPct val="20000"/>
        </a:spcBef>
        <a:spcAft>
          <a:spcPct val="0"/>
        </a:spcAft>
        <a:buChar char="»"/>
        <a:defRPr sz="5000">
          <a:solidFill>
            <a:schemeClr val="bg1"/>
          </a:solidFill>
          <a:latin typeface="+mn-lt"/>
        </a:defRPr>
      </a:lvl5pPr>
      <a:lvl6pPr marL="6438021" indent="-571565" algn="l" rtl="0" eaLnBrk="1" fontAlgn="base" hangingPunct="1">
        <a:spcBef>
          <a:spcPct val="20000"/>
        </a:spcBef>
        <a:spcAft>
          <a:spcPct val="0"/>
        </a:spcAft>
        <a:buChar char="»"/>
        <a:defRPr sz="5000">
          <a:solidFill>
            <a:schemeClr val="bg1"/>
          </a:solidFill>
          <a:latin typeface="+mn-lt"/>
        </a:defRPr>
      </a:lvl6pPr>
      <a:lvl7pPr marL="7581148" indent="-571565" algn="l" rtl="0" eaLnBrk="1" fontAlgn="base" hangingPunct="1">
        <a:spcBef>
          <a:spcPct val="20000"/>
        </a:spcBef>
        <a:spcAft>
          <a:spcPct val="0"/>
        </a:spcAft>
        <a:buChar char="»"/>
        <a:defRPr sz="5000">
          <a:solidFill>
            <a:schemeClr val="bg1"/>
          </a:solidFill>
          <a:latin typeface="+mn-lt"/>
        </a:defRPr>
      </a:lvl7pPr>
      <a:lvl8pPr marL="8724272" indent="-571565" algn="l" rtl="0" eaLnBrk="1" fontAlgn="base" hangingPunct="1">
        <a:spcBef>
          <a:spcPct val="20000"/>
        </a:spcBef>
        <a:spcAft>
          <a:spcPct val="0"/>
        </a:spcAft>
        <a:buChar char="»"/>
        <a:defRPr sz="5000">
          <a:solidFill>
            <a:schemeClr val="bg1"/>
          </a:solidFill>
          <a:latin typeface="+mn-lt"/>
        </a:defRPr>
      </a:lvl8pPr>
      <a:lvl9pPr marL="9867399" indent="-571565" algn="l" rtl="0" eaLnBrk="1" fontAlgn="base" hangingPunct="1">
        <a:spcBef>
          <a:spcPct val="20000"/>
        </a:spcBef>
        <a:spcAft>
          <a:spcPct val="0"/>
        </a:spcAft>
        <a:buChar char="»"/>
        <a:defRPr sz="5000">
          <a:solidFill>
            <a:schemeClr val="bg1"/>
          </a:solidFill>
          <a:latin typeface="+mn-lt"/>
        </a:defRPr>
      </a:lvl9pPr>
    </p:bodyStyle>
    <p:otherStyle>
      <a:defPPr>
        <a:defRPr lang="en-US"/>
      </a:defPPr>
      <a:lvl1pPr marL="0" algn="l" defTabSz="2286252" rtl="0" eaLnBrk="1" latinLnBrk="0" hangingPunct="1">
        <a:defRPr sz="4500" kern="1200">
          <a:solidFill>
            <a:schemeClr val="tx1"/>
          </a:solidFill>
          <a:latin typeface="+mn-lt"/>
          <a:ea typeface="+mn-ea"/>
          <a:cs typeface="+mn-cs"/>
        </a:defRPr>
      </a:lvl1pPr>
      <a:lvl2pPr marL="1143125" algn="l" defTabSz="2286252" rtl="0" eaLnBrk="1" latinLnBrk="0" hangingPunct="1">
        <a:defRPr sz="4500" kern="1200">
          <a:solidFill>
            <a:schemeClr val="tx1"/>
          </a:solidFill>
          <a:latin typeface="+mn-lt"/>
          <a:ea typeface="+mn-ea"/>
          <a:cs typeface="+mn-cs"/>
        </a:defRPr>
      </a:lvl2pPr>
      <a:lvl3pPr marL="2286252" algn="l" defTabSz="2286252" rtl="0" eaLnBrk="1" latinLnBrk="0" hangingPunct="1">
        <a:defRPr sz="4500" kern="1200">
          <a:solidFill>
            <a:schemeClr val="tx1"/>
          </a:solidFill>
          <a:latin typeface="+mn-lt"/>
          <a:ea typeface="+mn-ea"/>
          <a:cs typeface="+mn-cs"/>
        </a:defRPr>
      </a:lvl3pPr>
      <a:lvl4pPr marL="3429378" algn="l" defTabSz="2286252" rtl="0" eaLnBrk="1" latinLnBrk="0" hangingPunct="1">
        <a:defRPr sz="4500" kern="1200">
          <a:solidFill>
            <a:schemeClr val="tx1"/>
          </a:solidFill>
          <a:latin typeface="+mn-lt"/>
          <a:ea typeface="+mn-ea"/>
          <a:cs typeface="+mn-cs"/>
        </a:defRPr>
      </a:lvl4pPr>
      <a:lvl5pPr marL="4572503" algn="l" defTabSz="2286252" rtl="0" eaLnBrk="1" latinLnBrk="0" hangingPunct="1">
        <a:defRPr sz="4500" kern="1200">
          <a:solidFill>
            <a:schemeClr val="tx1"/>
          </a:solidFill>
          <a:latin typeface="+mn-lt"/>
          <a:ea typeface="+mn-ea"/>
          <a:cs typeface="+mn-cs"/>
        </a:defRPr>
      </a:lvl5pPr>
      <a:lvl6pPr marL="5715629" algn="l" defTabSz="2286252" rtl="0" eaLnBrk="1" latinLnBrk="0" hangingPunct="1">
        <a:defRPr sz="4500" kern="1200">
          <a:solidFill>
            <a:schemeClr val="tx1"/>
          </a:solidFill>
          <a:latin typeface="+mn-lt"/>
          <a:ea typeface="+mn-ea"/>
          <a:cs typeface="+mn-cs"/>
        </a:defRPr>
      </a:lvl6pPr>
      <a:lvl7pPr marL="6858753" algn="l" defTabSz="2286252" rtl="0" eaLnBrk="1" latinLnBrk="0" hangingPunct="1">
        <a:defRPr sz="4500" kern="1200">
          <a:solidFill>
            <a:schemeClr val="tx1"/>
          </a:solidFill>
          <a:latin typeface="+mn-lt"/>
          <a:ea typeface="+mn-ea"/>
          <a:cs typeface="+mn-cs"/>
        </a:defRPr>
      </a:lvl7pPr>
      <a:lvl8pPr marL="8001880" algn="l" defTabSz="2286252" rtl="0" eaLnBrk="1" latinLnBrk="0" hangingPunct="1">
        <a:defRPr sz="4500" kern="1200">
          <a:solidFill>
            <a:schemeClr val="tx1"/>
          </a:solidFill>
          <a:latin typeface="+mn-lt"/>
          <a:ea typeface="+mn-ea"/>
          <a:cs typeface="+mn-cs"/>
        </a:defRPr>
      </a:lvl8pPr>
      <a:lvl9pPr marL="9145008" algn="l" defTabSz="2286252" rtl="0" eaLnBrk="1" latinLnBrk="0" hangingPunct="1">
        <a:defRPr sz="45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912" userDrawn="1">
          <p15:clr>
            <a:srgbClr val="F26B43"/>
          </p15:clr>
        </p15:guide>
        <p15:guide id="2" pos="86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A8FD8B-CC75-2C47-B28B-B760C4CF0B5F}"/>
              </a:ext>
            </a:extLst>
          </p:cNvPr>
          <p:cNvSpPr>
            <a:spLocks noGrp="1"/>
          </p:cNvSpPr>
          <p:nvPr>
            <p:ph type="title"/>
          </p:nvPr>
        </p:nvSpPr>
        <p:spPr>
          <a:xfrm>
            <a:off x="788229" y="482177"/>
            <a:ext cx="25919645" cy="4241802"/>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0A8B15-30DA-1846-B9F8-63646DB7DD4D}"/>
              </a:ext>
            </a:extLst>
          </p:cNvPr>
          <p:cNvSpPr>
            <a:spLocks noGrp="1"/>
          </p:cNvSpPr>
          <p:nvPr>
            <p:ph type="body" idx="1"/>
          </p:nvPr>
        </p:nvSpPr>
        <p:spPr>
          <a:xfrm>
            <a:off x="788230" y="5078395"/>
            <a:ext cx="25919642" cy="1479305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956027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Lst>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hf hdr="0" dt="0"/>
  <p:txStyles>
    <p:titleStyle>
      <a:lvl1pPr algn="ctr" defTabSz="2057503" rtl="0" eaLnBrk="1" latinLnBrk="0" hangingPunct="1">
        <a:lnSpc>
          <a:spcPct val="90000"/>
        </a:lnSpc>
        <a:spcBef>
          <a:spcPct val="0"/>
        </a:spcBef>
        <a:buNone/>
        <a:defRPr sz="9900" kern="1200">
          <a:solidFill>
            <a:srgbClr val="4B2E83"/>
          </a:solidFill>
          <a:latin typeface="+mn-lt"/>
          <a:ea typeface="+mj-ea"/>
          <a:cs typeface="+mj-cs"/>
        </a:defRPr>
      </a:lvl1pPr>
    </p:titleStyle>
    <p:bodyStyle>
      <a:lvl1pPr marL="514376" indent="-514376" algn="l" defTabSz="2057503" rtl="0" eaLnBrk="1" latinLnBrk="0" hangingPunct="1">
        <a:lnSpc>
          <a:spcPct val="90000"/>
        </a:lnSpc>
        <a:spcBef>
          <a:spcPts val="2250"/>
        </a:spcBef>
        <a:buFont typeface="Arial" panose="020B0604020202020204" pitchFamily="34" charset="0"/>
        <a:buChar char="•"/>
        <a:defRPr sz="6300" kern="1200">
          <a:solidFill>
            <a:schemeClr val="tx1"/>
          </a:solidFill>
          <a:latin typeface="+mn-lt"/>
          <a:ea typeface="+mn-ea"/>
          <a:cs typeface="+mn-cs"/>
        </a:defRPr>
      </a:lvl1pPr>
      <a:lvl2pPr marL="1543128" indent="-514376" algn="l" defTabSz="2057503" rtl="0" eaLnBrk="1" latinLnBrk="0" hangingPunct="1">
        <a:lnSpc>
          <a:spcPct val="90000"/>
        </a:lnSpc>
        <a:spcBef>
          <a:spcPts val="1125"/>
        </a:spcBef>
        <a:buFont typeface="Arial" panose="020B0604020202020204" pitchFamily="34" charset="0"/>
        <a:buChar char="•"/>
        <a:defRPr sz="5400" kern="1200">
          <a:solidFill>
            <a:schemeClr val="tx1"/>
          </a:solidFill>
          <a:latin typeface="+mn-lt"/>
          <a:ea typeface="+mn-ea"/>
          <a:cs typeface="+mn-cs"/>
        </a:defRPr>
      </a:lvl2pPr>
      <a:lvl3pPr marL="2571878" indent="-514376" algn="l" defTabSz="2057503" rtl="0" eaLnBrk="1" latinLnBrk="0" hangingPunct="1">
        <a:lnSpc>
          <a:spcPct val="90000"/>
        </a:lnSpc>
        <a:spcBef>
          <a:spcPts val="1125"/>
        </a:spcBef>
        <a:buFont typeface="Arial" panose="020B0604020202020204" pitchFamily="34" charset="0"/>
        <a:buChar char="•"/>
        <a:defRPr sz="4500" kern="1200">
          <a:solidFill>
            <a:schemeClr val="tx1"/>
          </a:solidFill>
          <a:latin typeface="+mn-lt"/>
          <a:ea typeface="+mn-ea"/>
          <a:cs typeface="+mn-cs"/>
        </a:defRPr>
      </a:lvl3pPr>
      <a:lvl4pPr marL="3600630" indent="-514376" algn="l" defTabSz="2057503"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4pPr>
      <a:lvl5pPr marL="4629382" indent="-514376" algn="l" defTabSz="2057503"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5pPr>
      <a:lvl6pPr marL="5658133" indent="-514376" algn="l" defTabSz="2057503"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6pPr>
      <a:lvl7pPr marL="6686885" indent="-514376" algn="l" defTabSz="2057503"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7pPr>
      <a:lvl8pPr marL="7715636" indent="-514376" algn="l" defTabSz="2057503"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8pPr>
      <a:lvl9pPr marL="8744388" indent="-514376" algn="l" defTabSz="2057503"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9pPr>
    </p:bodyStyle>
    <p:otherStyle>
      <a:defPPr>
        <a:defRPr lang="en-US"/>
      </a:defPPr>
      <a:lvl1pPr marL="0" algn="l" defTabSz="2057503" rtl="0" eaLnBrk="1" latinLnBrk="0" hangingPunct="1">
        <a:defRPr sz="4050" kern="1200">
          <a:solidFill>
            <a:schemeClr val="tx1"/>
          </a:solidFill>
          <a:latin typeface="+mn-lt"/>
          <a:ea typeface="+mn-ea"/>
          <a:cs typeface="+mn-cs"/>
        </a:defRPr>
      </a:lvl1pPr>
      <a:lvl2pPr marL="1028752" algn="l" defTabSz="2057503" rtl="0" eaLnBrk="1" latinLnBrk="0" hangingPunct="1">
        <a:defRPr sz="4050" kern="1200">
          <a:solidFill>
            <a:schemeClr val="tx1"/>
          </a:solidFill>
          <a:latin typeface="+mn-lt"/>
          <a:ea typeface="+mn-ea"/>
          <a:cs typeface="+mn-cs"/>
        </a:defRPr>
      </a:lvl2pPr>
      <a:lvl3pPr marL="2057503" algn="l" defTabSz="2057503" rtl="0" eaLnBrk="1" latinLnBrk="0" hangingPunct="1">
        <a:defRPr sz="4050" kern="1200">
          <a:solidFill>
            <a:schemeClr val="tx1"/>
          </a:solidFill>
          <a:latin typeface="+mn-lt"/>
          <a:ea typeface="+mn-ea"/>
          <a:cs typeface="+mn-cs"/>
        </a:defRPr>
      </a:lvl3pPr>
      <a:lvl4pPr marL="3086255" algn="l" defTabSz="2057503" rtl="0" eaLnBrk="1" latinLnBrk="0" hangingPunct="1">
        <a:defRPr sz="4050" kern="1200">
          <a:solidFill>
            <a:schemeClr val="tx1"/>
          </a:solidFill>
          <a:latin typeface="+mn-lt"/>
          <a:ea typeface="+mn-ea"/>
          <a:cs typeface="+mn-cs"/>
        </a:defRPr>
      </a:lvl4pPr>
      <a:lvl5pPr marL="4115006" algn="l" defTabSz="2057503" rtl="0" eaLnBrk="1" latinLnBrk="0" hangingPunct="1">
        <a:defRPr sz="4050" kern="1200">
          <a:solidFill>
            <a:schemeClr val="tx1"/>
          </a:solidFill>
          <a:latin typeface="+mn-lt"/>
          <a:ea typeface="+mn-ea"/>
          <a:cs typeface="+mn-cs"/>
        </a:defRPr>
      </a:lvl5pPr>
      <a:lvl6pPr marL="5143758" algn="l" defTabSz="2057503" rtl="0" eaLnBrk="1" latinLnBrk="0" hangingPunct="1">
        <a:defRPr sz="4050" kern="1200">
          <a:solidFill>
            <a:schemeClr val="tx1"/>
          </a:solidFill>
          <a:latin typeface="+mn-lt"/>
          <a:ea typeface="+mn-ea"/>
          <a:cs typeface="+mn-cs"/>
        </a:defRPr>
      </a:lvl6pPr>
      <a:lvl7pPr marL="6172508" algn="l" defTabSz="2057503" rtl="0" eaLnBrk="1" latinLnBrk="0" hangingPunct="1">
        <a:defRPr sz="4050" kern="1200">
          <a:solidFill>
            <a:schemeClr val="tx1"/>
          </a:solidFill>
          <a:latin typeface="+mn-lt"/>
          <a:ea typeface="+mn-ea"/>
          <a:cs typeface="+mn-cs"/>
        </a:defRPr>
      </a:lvl7pPr>
      <a:lvl8pPr marL="7201260" algn="l" defTabSz="2057503" rtl="0" eaLnBrk="1" latinLnBrk="0" hangingPunct="1">
        <a:defRPr sz="4050" kern="1200">
          <a:solidFill>
            <a:schemeClr val="tx1"/>
          </a:solidFill>
          <a:latin typeface="+mn-lt"/>
          <a:ea typeface="+mn-ea"/>
          <a:cs typeface="+mn-cs"/>
        </a:defRPr>
      </a:lvl8pPr>
      <a:lvl9pPr marL="8230012" algn="l" defTabSz="2057503" rtl="0" eaLnBrk="1" latinLnBrk="0" hangingPunct="1">
        <a:defRPr sz="40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28"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047FF7-3638-054E-9018-24E7CAA46226}"/>
              </a:ext>
            </a:extLst>
          </p:cNvPr>
          <p:cNvSpPr/>
          <p:nvPr/>
        </p:nvSpPr>
        <p:spPr>
          <a:xfrm>
            <a:off x="0" y="19970496"/>
            <a:ext cx="27432000" cy="1975104"/>
          </a:xfrm>
          <a:prstGeom prst="rect">
            <a:avLst/>
          </a:prstGeom>
          <a:solidFill>
            <a:srgbClr val="E8E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80A8FD8B-CC75-2C47-B28B-B760C4CF0B5F}"/>
              </a:ext>
            </a:extLst>
          </p:cNvPr>
          <p:cNvSpPr>
            <a:spLocks noGrp="1"/>
          </p:cNvSpPr>
          <p:nvPr>
            <p:ph type="title"/>
          </p:nvPr>
        </p:nvSpPr>
        <p:spPr>
          <a:xfrm>
            <a:off x="1885950" y="1168401"/>
            <a:ext cx="23660100" cy="424180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0A8B15-30DA-1846-B9F8-63646DB7DD4D}"/>
              </a:ext>
            </a:extLst>
          </p:cNvPr>
          <p:cNvSpPr>
            <a:spLocks noGrp="1"/>
          </p:cNvSpPr>
          <p:nvPr>
            <p:ph type="body" idx="1"/>
          </p:nvPr>
        </p:nvSpPr>
        <p:spPr>
          <a:xfrm>
            <a:off x="1885950" y="5842000"/>
            <a:ext cx="2366010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634AB64-7235-314B-8125-43DDFF568DD8}"/>
              </a:ext>
            </a:extLst>
          </p:cNvPr>
          <p:cNvSpPr>
            <a:spLocks noGrp="1"/>
          </p:cNvSpPr>
          <p:nvPr>
            <p:ph type="ftr" sz="quarter" idx="3"/>
          </p:nvPr>
        </p:nvSpPr>
        <p:spPr>
          <a:xfrm>
            <a:off x="4324576" y="20340322"/>
            <a:ext cx="18782849" cy="1168400"/>
          </a:xfrm>
          <a:prstGeom prst="rect">
            <a:avLst/>
          </a:prstGeom>
        </p:spPr>
        <p:txBody>
          <a:bodyPr vert="horz" lIns="91440" tIns="45720" rIns="91440" bIns="45720" rtlCol="0" anchor="ctr"/>
          <a:lstStyle>
            <a:lvl1pPr algn="ctr">
              <a:defRPr sz="27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3FD212BF-2F95-374D-8B6A-F2B2987D2AF8}"/>
              </a:ext>
            </a:extLst>
          </p:cNvPr>
          <p:cNvSpPr>
            <a:spLocks noGrp="1"/>
          </p:cNvSpPr>
          <p:nvPr>
            <p:ph type="sldNum" sz="quarter" idx="4"/>
          </p:nvPr>
        </p:nvSpPr>
        <p:spPr>
          <a:xfrm>
            <a:off x="23502768" y="20340322"/>
            <a:ext cx="3205105" cy="1168400"/>
          </a:xfrm>
          <a:prstGeom prst="rect">
            <a:avLst/>
          </a:prstGeom>
        </p:spPr>
        <p:txBody>
          <a:bodyPr vert="horz" lIns="91440" tIns="45720" rIns="91440" bIns="45720" rtlCol="0" anchor="ctr"/>
          <a:lstStyle>
            <a:lvl1pPr algn="r">
              <a:defRPr sz="2700">
                <a:solidFill>
                  <a:schemeClr val="tx1">
                    <a:tint val="75000"/>
                  </a:schemeClr>
                </a:solidFill>
              </a:defRPr>
            </a:lvl1pPr>
          </a:lstStyle>
          <a:p>
            <a:fld id="{0C5720C1-DBBE-464B-BDF3-8863F8043B23}" type="slidenum">
              <a:rPr lang="en-US" smtClean="0"/>
              <a:t>‹n°›</a:t>
            </a:fld>
            <a:endParaRPr lang="en-US" dirty="0"/>
          </a:p>
        </p:txBody>
      </p:sp>
      <p:pic>
        <p:nvPicPr>
          <p:cNvPr id="9" name="Picture 8" descr="A picture containing text, clock, gauge, clipart&#10;&#10;Description automatically generated">
            <a:extLst>
              <a:ext uri="{FF2B5EF4-FFF2-40B4-BE49-F238E27FC236}">
                <a16:creationId xmlns:a16="http://schemas.microsoft.com/office/drawing/2014/main" id="{34AED7A8-DCD6-6548-B586-162D1C8CEABF}"/>
              </a:ext>
            </a:extLst>
          </p:cNvPr>
          <p:cNvPicPr>
            <a:picLocks noChangeAspect="1"/>
          </p:cNvPicPr>
          <p:nvPr/>
        </p:nvPicPr>
        <p:blipFill>
          <a:blip r:embed="rId14"/>
          <a:stretch>
            <a:fillRect/>
          </a:stretch>
        </p:blipFill>
        <p:spPr>
          <a:xfrm>
            <a:off x="559736" y="20324915"/>
            <a:ext cx="3205105" cy="1365235"/>
          </a:xfrm>
          <a:prstGeom prst="rect">
            <a:avLst/>
          </a:prstGeom>
        </p:spPr>
      </p:pic>
    </p:spTree>
    <p:extLst>
      <p:ext uri="{BB962C8B-B14F-4D97-AF65-F5344CB8AC3E}">
        <p14:creationId xmlns:p14="http://schemas.microsoft.com/office/powerpoint/2010/main" val="2490621675"/>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xStyles>
    <p:titleStyle>
      <a:lvl1pPr algn="l" defTabSz="2057400" rtl="0" eaLnBrk="1" latinLnBrk="0" hangingPunct="1">
        <a:lnSpc>
          <a:spcPct val="90000"/>
        </a:lnSpc>
        <a:spcBef>
          <a:spcPct val="0"/>
        </a:spcBef>
        <a:buNone/>
        <a:defRPr sz="9900" kern="1200">
          <a:solidFill>
            <a:srgbClr val="4B2E83"/>
          </a:solidFill>
          <a:latin typeface="+mj-lt"/>
          <a:ea typeface="+mj-ea"/>
          <a:cs typeface="+mj-cs"/>
        </a:defRPr>
      </a:lvl1pPr>
    </p:titleStyle>
    <p:bodyStyle>
      <a:lvl1pPr marL="514350" indent="-514350" algn="l" defTabSz="2057400" rtl="0" eaLnBrk="1" latinLnBrk="0" hangingPunct="1">
        <a:lnSpc>
          <a:spcPct val="90000"/>
        </a:lnSpc>
        <a:spcBef>
          <a:spcPts val="2250"/>
        </a:spcBef>
        <a:buFont typeface="Arial" panose="020B0604020202020204" pitchFamily="34" charset="0"/>
        <a:buChar char="•"/>
        <a:defRPr sz="6300" kern="1200">
          <a:solidFill>
            <a:schemeClr val="tx1"/>
          </a:solidFill>
          <a:latin typeface="+mn-lt"/>
          <a:ea typeface="+mn-ea"/>
          <a:cs typeface="+mn-cs"/>
        </a:defRPr>
      </a:lvl1pPr>
      <a:lvl2pPr marL="1543050" indent="-514350" algn="l" defTabSz="2057400" rtl="0" eaLnBrk="1" latinLnBrk="0" hangingPunct="1">
        <a:lnSpc>
          <a:spcPct val="90000"/>
        </a:lnSpc>
        <a:spcBef>
          <a:spcPts val="1125"/>
        </a:spcBef>
        <a:buFont typeface="Arial" panose="020B0604020202020204" pitchFamily="34" charset="0"/>
        <a:buChar char="•"/>
        <a:defRPr sz="5400" kern="1200">
          <a:solidFill>
            <a:schemeClr val="tx1"/>
          </a:solidFill>
          <a:latin typeface="+mn-lt"/>
          <a:ea typeface="+mn-ea"/>
          <a:cs typeface="+mn-cs"/>
        </a:defRPr>
      </a:lvl2pPr>
      <a:lvl3pPr marL="2571750" indent="-514350" algn="l" defTabSz="2057400" rtl="0" eaLnBrk="1" latinLnBrk="0" hangingPunct="1">
        <a:lnSpc>
          <a:spcPct val="90000"/>
        </a:lnSpc>
        <a:spcBef>
          <a:spcPts val="1125"/>
        </a:spcBef>
        <a:buFont typeface="Arial" panose="020B0604020202020204" pitchFamily="34" charset="0"/>
        <a:buChar char="•"/>
        <a:defRPr sz="4500" kern="1200">
          <a:solidFill>
            <a:schemeClr val="tx1"/>
          </a:solidFill>
          <a:latin typeface="+mn-lt"/>
          <a:ea typeface="+mn-ea"/>
          <a:cs typeface="+mn-cs"/>
        </a:defRPr>
      </a:lvl3pPr>
      <a:lvl4pPr marL="3600450" indent="-514350" algn="l" defTabSz="2057400"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4pPr>
      <a:lvl5pPr marL="4629150" indent="-514350" algn="l" defTabSz="2057400"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5pPr>
      <a:lvl6pPr marL="5657850" indent="-514350" algn="l" defTabSz="2057400"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6pPr>
      <a:lvl7pPr marL="6686550" indent="-514350" algn="l" defTabSz="2057400"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7pPr>
      <a:lvl8pPr marL="7715250" indent="-514350" algn="l" defTabSz="2057400"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8pPr>
      <a:lvl9pPr marL="8743950" indent="-514350" algn="l" defTabSz="2057400" rtl="0" eaLnBrk="1" latinLnBrk="0" hangingPunct="1">
        <a:lnSpc>
          <a:spcPct val="90000"/>
        </a:lnSpc>
        <a:spcBef>
          <a:spcPts val="1125"/>
        </a:spcBef>
        <a:buFont typeface="Arial" panose="020B0604020202020204" pitchFamily="34" charset="0"/>
        <a:buChar char="•"/>
        <a:defRPr sz="4050" kern="1200">
          <a:solidFill>
            <a:schemeClr val="tx1"/>
          </a:solidFill>
          <a:latin typeface="+mn-lt"/>
          <a:ea typeface="+mn-ea"/>
          <a:cs typeface="+mn-cs"/>
        </a:defRPr>
      </a:lvl9pPr>
    </p:bodyStyle>
    <p:otherStyle>
      <a:defPPr>
        <a:defRPr lang="en-US"/>
      </a:defPPr>
      <a:lvl1pPr marL="0" algn="l" defTabSz="2057400" rtl="0" eaLnBrk="1" latinLnBrk="0" hangingPunct="1">
        <a:defRPr sz="4050" kern="1200">
          <a:solidFill>
            <a:schemeClr val="tx1"/>
          </a:solidFill>
          <a:latin typeface="+mn-lt"/>
          <a:ea typeface="+mn-ea"/>
          <a:cs typeface="+mn-cs"/>
        </a:defRPr>
      </a:lvl1pPr>
      <a:lvl2pPr marL="1028700" algn="l" defTabSz="2057400" rtl="0" eaLnBrk="1" latinLnBrk="0" hangingPunct="1">
        <a:defRPr sz="4050" kern="1200">
          <a:solidFill>
            <a:schemeClr val="tx1"/>
          </a:solidFill>
          <a:latin typeface="+mn-lt"/>
          <a:ea typeface="+mn-ea"/>
          <a:cs typeface="+mn-cs"/>
        </a:defRPr>
      </a:lvl2pPr>
      <a:lvl3pPr marL="2057400" algn="l" defTabSz="2057400" rtl="0" eaLnBrk="1" latinLnBrk="0" hangingPunct="1">
        <a:defRPr sz="4050" kern="1200">
          <a:solidFill>
            <a:schemeClr val="tx1"/>
          </a:solidFill>
          <a:latin typeface="+mn-lt"/>
          <a:ea typeface="+mn-ea"/>
          <a:cs typeface="+mn-cs"/>
        </a:defRPr>
      </a:lvl3pPr>
      <a:lvl4pPr marL="3086100" algn="l" defTabSz="2057400" rtl="0" eaLnBrk="1" latinLnBrk="0" hangingPunct="1">
        <a:defRPr sz="4050" kern="1200">
          <a:solidFill>
            <a:schemeClr val="tx1"/>
          </a:solidFill>
          <a:latin typeface="+mn-lt"/>
          <a:ea typeface="+mn-ea"/>
          <a:cs typeface="+mn-cs"/>
        </a:defRPr>
      </a:lvl4pPr>
      <a:lvl5pPr marL="4114800" algn="l" defTabSz="2057400" rtl="0" eaLnBrk="1" latinLnBrk="0" hangingPunct="1">
        <a:defRPr sz="4050" kern="1200">
          <a:solidFill>
            <a:schemeClr val="tx1"/>
          </a:solidFill>
          <a:latin typeface="+mn-lt"/>
          <a:ea typeface="+mn-ea"/>
          <a:cs typeface="+mn-cs"/>
        </a:defRPr>
      </a:lvl5pPr>
      <a:lvl6pPr marL="5143500" algn="l" defTabSz="2057400" rtl="0" eaLnBrk="1" latinLnBrk="0" hangingPunct="1">
        <a:defRPr sz="4050" kern="1200">
          <a:solidFill>
            <a:schemeClr val="tx1"/>
          </a:solidFill>
          <a:latin typeface="+mn-lt"/>
          <a:ea typeface="+mn-ea"/>
          <a:cs typeface="+mn-cs"/>
        </a:defRPr>
      </a:lvl6pPr>
      <a:lvl7pPr marL="6172200" algn="l" defTabSz="2057400" rtl="0" eaLnBrk="1" latinLnBrk="0" hangingPunct="1">
        <a:defRPr sz="4050" kern="1200">
          <a:solidFill>
            <a:schemeClr val="tx1"/>
          </a:solidFill>
          <a:latin typeface="+mn-lt"/>
          <a:ea typeface="+mn-ea"/>
          <a:cs typeface="+mn-cs"/>
        </a:defRPr>
      </a:lvl7pPr>
      <a:lvl8pPr marL="7200900" algn="l" defTabSz="2057400" rtl="0" eaLnBrk="1" latinLnBrk="0" hangingPunct="1">
        <a:defRPr sz="4050" kern="1200">
          <a:solidFill>
            <a:schemeClr val="tx1"/>
          </a:solidFill>
          <a:latin typeface="+mn-lt"/>
          <a:ea typeface="+mn-ea"/>
          <a:cs typeface="+mn-cs"/>
        </a:defRPr>
      </a:lvl8pPr>
      <a:lvl9pPr marL="8229600" algn="l" defTabSz="2057400" rtl="0" eaLnBrk="1" latinLnBrk="0" hangingPunct="1">
        <a:defRPr sz="40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28"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5E401B8-C6A5-DA55-5076-7EB2498B54A0}"/>
              </a:ext>
            </a:extLst>
          </p:cNvPr>
          <p:cNvSpPr/>
          <p:nvPr/>
        </p:nvSpPr>
        <p:spPr>
          <a:xfrm>
            <a:off x="0" y="-37464"/>
            <a:ext cx="27432000" cy="3032892"/>
          </a:xfrm>
          <a:prstGeom prst="rect">
            <a:avLst/>
          </a:prstGeom>
          <a:solidFill>
            <a:schemeClr val="tx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atin typeface="Palatino Linotype" panose="02040502050505030304" pitchFamily="18" charset="0"/>
              <a:cs typeface="NVIDIA Sans" panose="020B0503020203020204" pitchFamily="34" charset="0"/>
            </a:endParaRPr>
          </a:p>
        </p:txBody>
      </p:sp>
      <p:sp>
        <p:nvSpPr>
          <p:cNvPr id="19" name="Text Placeholder 23">
            <a:extLst>
              <a:ext uri="{FF2B5EF4-FFF2-40B4-BE49-F238E27FC236}">
                <a16:creationId xmlns:a16="http://schemas.microsoft.com/office/drawing/2014/main" id="{43BC854C-066D-2F8D-2902-48CB0B66FA46}"/>
              </a:ext>
            </a:extLst>
          </p:cNvPr>
          <p:cNvSpPr txBox="1">
            <a:spLocks/>
          </p:cNvSpPr>
          <p:nvPr/>
        </p:nvSpPr>
        <p:spPr>
          <a:xfrm>
            <a:off x="3002001" y="812733"/>
            <a:ext cx="21485148" cy="1988288"/>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5400" dirty="0">
                <a:latin typeface="Palatino Linotype" panose="02040502050505030304" pitchFamily="18" charset="0"/>
                <a:cs typeface="NVIDIA Sans Medium" panose="020B0503020203020204" pitchFamily="34" charset="0"/>
              </a:rPr>
              <a:t>PID-CBF Framework for the Safe Landing of Delivery Drones</a:t>
            </a:r>
          </a:p>
        </p:txBody>
      </p:sp>
      <p:sp>
        <p:nvSpPr>
          <p:cNvPr id="20" name="Text Placeholder 25">
            <a:extLst>
              <a:ext uri="{FF2B5EF4-FFF2-40B4-BE49-F238E27FC236}">
                <a16:creationId xmlns:a16="http://schemas.microsoft.com/office/drawing/2014/main" id="{FE4EB219-D201-5CBB-588F-DCA6241862C1}"/>
              </a:ext>
            </a:extLst>
          </p:cNvPr>
          <p:cNvSpPr txBox="1">
            <a:spLocks/>
          </p:cNvSpPr>
          <p:nvPr/>
        </p:nvSpPr>
        <p:spPr>
          <a:xfrm>
            <a:off x="3002001" y="1806877"/>
            <a:ext cx="16871582" cy="399521"/>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3001" dirty="0">
                <a:latin typeface="Palatino Linotype" panose="02040502050505030304" pitchFamily="18" charset="0"/>
                <a:cs typeface="NVIDIA Sans" panose="020B0503020203020204" pitchFamily="34" charset="0"/>
              </a:rPr>
              <a:t>Jasper </a:t>
            </a:r>
            <a:r>
              <a:rPr lang="en-US" sz="3001" dirty="0" err="1">
                <a:latin typeface="Palatino Linotype" panose="02040502050505030304" pitchFamily="18" charset="0"/>
                <a:cs typeface="NVIDIA Sans" panose="020B0503020203020204" pitchFamily="34" charset="0"/>
              </a:rPr>
              <a:t>Matthé</a:t>
            </a:r>
            <a:r>
              <a:rPr lang="en-US" sz="3001" dirty="0">
                <a:latin typeface="Palatino Linotype" panose="02040502050505030304" pitchFamily="18" charset="0"/>
                <a:cs typeface="NVIDIA Sans" panose="020B0503020203020204" pitchFamily="34" charset="0"/>
              </a:rPr>
              <a:t>, Department of Aeronautics and Astronautics</a:t>
            </a:r>
          </a:p>
        </p:txBody>
      </p:sp>
      <p:pic>
        <p:nvPicPr>
          <p:cNvPr id="31" name="Picture 4">
            <a:extLst>
              <a:ext uri="{FF2B5EF4-FFF2-40B4-BE49-F238E27FC236}">
                <a16:creationId xmlns:a16="http://schemas.microsoft.com/office/drawing/2014/main" id="{9C230298-39D4-1F5B-4197-81EAFAD91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296" y="762221"/>
            <a:ext cx="2042846" cy="140777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6B42F7D0-1CE3-D549-E681-F83E242055F6}"/>
              </a:ext>
            </a:extLst>
          </p:cNvPr>
          <p:cNvGrpSpPr/>
          <p:nvPr/>
        </p:nvGrpSpPr>
        <p:grpSpPr>
          <a:xfrm>
            <a:off x="670971" y="3582596"/>
            <a:ext cx="8289737" cy="7359724"/>
            <a:chOff x="710253" y="3580243"/>
            <a:chExt cx="8312499" cy="7359724"/>
          </a:xfrm>
        </p:grpSpPr>
        <p:sp>
          <p:nvSpPr>
            <p:cNvPr id="16" name="Rectangle 15">
              <a:extLst>
                <a:ext uri="{FF2B5EF4-FFF2-40B4-BE49-F238E27FC236}">
                  <a16:creationId xmlns:a16="http://schemas.microsoft.com/office/drawing/2014/main" id="{5EFF8861-E61B-0F98-8815-463F9C22013A}"/>
                </a:ext>
              </a:extLst>
            </p:cNvPr>
            <p:cNvSpPr/>
            <p:nvPr/>
          </p:nvSpPr>
          <p:spPr>
            <a:xfrm>
              <a:off x="710253" y="3580243"/>
              <a:ext cx="8295578" cy="1029242"/>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sp>
          <p:nvSpPr>
            <p:cNvPr id="21" name="Text Placeholder 28">
              <a:extLst>
                <a:ext uri="{FF2B5EF4-FFF2-40B4-BE49-F238E27FC236}">
                  <a16:creationId xmlns:a16="http://schemas.microsoft.com/office/drawing/2014/main" id="{C7F592A0-157F-3C88-7B3C-E389859F04B0}"/>
                </a:ext>
              </a:extLst>
            </p:cNvPr>
            <p:cNvSpPr txBox="1">
              <a:spLocks/>
            </p:cNvSpPr>
            <p:nvPr/>
          </p:nvSpPr>
          <p:spPr>
            <a:xfrm>
              <a:off x="840960" y="3716436"/>
              <a:ext cx="8070575" cy="892969"/>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5400" b="1" dirty="0">
                  <a:latin typeface="Palatino Linotype" panose="02040502050505030304" pitchFamily="18" charset="0"/>
                  <a:cs typeface="NVIDIA Sans" panose="020B0503020203020204" pitchFamily="34" charset="0"/>
                </a:rPr>
                <a:t>Introduction</a:t>
              </a:r>
            </a:p>
          </p:txBody>
        </p:sp>
        <p:sp>
          <p:nvSpPr>
            <p:cNvPr id="25" name="Text Placeholder 35">
              <a:extLst>
                <a:ext uri="{FF2B5EF4-FFF2-40B4-BE49-F238E27FC236}">
                  <a16:creationId xmlns:a16="http://schemas.microsoft.com/office/drawing/2014/main" id="{51805F79-7926-02CB-0F8C-2D4D638ABC70}"/>
                </a:ext>
              </a:extLst>
            </p:cNvPr>
            <p:cNvSpPr txBox="1">
              <a:spLocks/>
            </p:cNvSpPr>
            <p:nvPr/>
          </p:nvSpPr>
          <p:spPr>
            <a:xfrm>
              <a:off x="844956" y="4737805"/>
              <a:ext cx="8086567" cy="6202162"/>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3200" dirty="0">
                  <a:latin typeface="Palatino Linotype" panose="02040502050505030304" pitchFamily="18" charset="0"/>
                  <a:cs typeface="NVIDIA Sans" panose="020B0503020203020204" pitchFamily="34" charset="0"/>
                </a:rPr>
                <a:t>Food home deliveries are slow, unreliable, and food arrives cold. Companies like Zipline are slowly reducing last mile delivery times. However, the problem of trust is still an issue. How can one be certain that a robot remains safe and is able to complete its mission under the worst possible disturbances? This project aims to implement a safety robust CBF controller to guarantee the safe landing of a 2nd stage Zipline drone, a droid that is lowered from the mothership drone via a tether to customer's backyards. </a:t>
              </a:r>
              <a:endParaRPr lang="en-US" sz="2400" dirty="0">
                <a:latin typeface="Palatino Linotype" panose="02040502050505030304" pitchFamily="18" charset="0"/>
                <a:cs typeface="NVIDIA Sans" panose="020B0503020203020204" pitchFamily="34" charset="0"/>
              </a:endParaRPr>
            </a:p>
          </p:txBody>
        </p:sp>
        <p:sp>
          <p:nvSpPr>
            <p:cNvPr id="188" name="Rectangle 187">
              <a:extLst>
                <a:ext uri="{FF2B5EF4-FFF2-40B4-BE49-F238E27FC236}">
                  <a16:creationId xmlns:a16="http://schemas.microsoft.com/office/drawing/2014/main" id="{F79F7B6D-BEAB-DE48-0753-98F3BCB0DF7C}"/>
                </a:ext>
              </a:extLst>
            </p:cNvPr>
            <p:cNvSpPr/>
            <p:nvPr/>
          </p:nvSpPr>
          <p:spPr>
            <a:xfrm>
              <a:off x="731056" y="3588036"/>
              <a:ext cx="8291696" cy="73519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grpSp>
      <p:sp>
        <p:nvSpPr>
          <p:cNvPr id="230" name="Rectangle 229">
            <a:extLst>
              <a:ext uri="{FF2B5EF4-FFF2-40B4-BE49-F238E27FC236}">
                <a16:creationId xmlns:a16="http://schemas.microsoft.com/office/drawing/2014/main" id="{856DEBF5-49C6-C09C-B14F-2F635FC2B493}"/>
              </a:ext>
            </a:extLst>
          </p:cNvPr>
          <p:cNvSpPr/>
          <p:nvPr/>
        </p:nvSpPr>
        <p:spPr>
          <a:xfrm>
            <a:off x="32779716" y="14716001"/>
            <a:ext cx="8295578" cy="468079"/>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sp>
        <p:nvSpPr>
          <p:cNvPr id="231" name="Text Placeholder 34">
            <a:extLst>
              <a:ext uri="{FF2B5EF4-FFF2-40B4-BE49-F238E27FC236}">
                <a16:creationId xmlns:a16="http://schemas.microsoft.com/office/drawing/2014/main" id="{4E56F92C-5710-6CE3-CD8E-72F100CF2A1B}"/>
              </a:ext>
            </a:extLst>
          </p:cNvPr>
          <p:cNvSpPr txBox="1">
            <a:spLocks/>
          </p:cNvSpPr>
          <p:nvPr/>
        </p:nvSpPr>
        <p:spPr>
          <a:xfrm>
            <a:off x="32864291" y="14742985"/>
            <a:ext cx="8070575" cy="499187"/>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2668" b="1" dirty="0">
                <a:latin typeface="Palatino Linotype" panose="02040502050505030304" pitchFamily="18" charset="0"/>
                <a:cs typeface="NVIDIA Sans" panose="020B0503020203020204" pitchFamily="34" charset="0"/>
              </a:rPr>
              <a:t>Broader Impacts</a:t>
            </a:r>
          </a:p>
        </p:txBody>
      </p:sp>
      <p:sp>
        <p:nvSpPr>
          <p:cNvPr id="232" name="Rectangle 231">
            <a:extLst>
              <a:ext uri="{FF2B5EF4-FFF2-40B4-BE49-F238E27FC236}">
                <a16:creationId xmlns:a16="http://schemas.microsoft.com/office/drawing/2014/main" id="{BAB9F22B-A5D5-4B71-31AF-AA226E21AA44}"/>
              </a:ext>
            </a:extLst>
          </p:cNvPr>
          <p:cNvSpPr/>
          <p:nvPr/>
        </p:nvSpPr>
        <p:spPr>
          <a:xfrm>
            <a:off x="32788028" y="14723460"/>
            <a:ext cx="8291696" cy="386915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sp>
        <p:nvSpPr>
          <p:cNvPr id="233" name="TextBox 232">
            <a:extLst>
              <a:ext uri="{FF2B5EF4-FFF2-40B4-BE49-F238E27FC236}">
                <a16:creationId xmlns:a16="http://schemas.microsoft.com/office/drawing/2014/main" id="{4AF8F4C2-349B-F66B-89D8-0842E129C676}"/>
              </a:ext>
            </a:extLst>
          </p:cNvPr>
          <p:cNvSpPr txBox="1"/>
          <p:nvPr/>
        </p:nvSpPr>
        <p:spPr>
          <a:xfrm>
            <a:off x="33010799" y="15308412"/>
            <a:ext cx="7774552" cy="1062214"/>
          </a:xfrm>
          <a:prstGeom prst="rect">
            <a:avLst/>
          </a:prstGeom>
          <a:noFill/>
        </p:spPr>
        <p:txBody>
          <a:bodyPr wrap="square" rtlCol="0">
            <a:spAutoFit/>
          </a:bodyPr>
          <a:lstStyle/>
          <a:p>
            <a:r>
              <a:rPr lang="en-US" sz="2101" dirty="0">
                <a:latin typeface="Palatino Linotype" panose="02040502050505030304" pitchFamily="18" charset="0"/>
              </a:rPr>
              <a:t>There is a need to understand the boundary between desirable and undesirable operations as defined by human’s preferences and experiences. But encoding this is challenging. T</a:t>
            </a:r>
          </a:p>
        </p:txBody>
      </p:sp>
      <p:grpSp>
        <p:nvGrpSpPr>
          <p:cNvPr id="10" name="Group 9">
            <a:extLst>
              <a:ext uri="{FF2B5EF4-FFF2-40B4-BE49-F238E27FC236}">
                <a16:creationId xmlns:a16="http://schemas.microsoft.com/office/drawing/2014/main" id="{BCED6FCA-1EB6-D8C9-6404-2917DE82ED62}"/>
              </a:ext>
            </a:extLst>
          </p:cNvPr>
          <p:cNvGrpSpPr/>
          <p:nvPr/>
        </p:nvGrpSpPr>
        <p:grpSpPr>
          <a:xfrm>
            <a:off x="18464386" y="3582596"/>
            <a:ext cx="8289737" cy="11938538"/>
            <a:chOff x="710253" y="3580243"/>
            <a:chExt cx="8312499" cy="11938538"/>
          </a:xfrm>
        </p:grpSpPr>
        <p:sp>
          <p:nvSpPr>
            <p:cNvPr id="12" name="Rectangle 11">
              <a:extLst>
                <a:ext uri="{FF2B5EF4-FFF2-40B4-BE49-F238E27FC236}">
                  <a16:creationId xmlns:a16="http://schemas.microsoft.com/office/drawing/2014/main" id="{69EC842C-6121-F6C2-AA02-DA7A2B8D6D12}"/>
                </a:ext>
              </a:extLst>
            </p:cNvPr>
            <p:cNvSpPr/>
            <p:nvPr/>
          </p:nvSpPr>
          <p:spPr>
            <a:xfrm>
              <a:off x="710253" y="3580243"/>
              <a:ext cx="8295578" cy="1029242"/>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sp>
          <p:nvSpPr>
            <p:cNvPr id="30" name="Text Placeholder 28">
              <a:extLst>
                <a:ext uri="{FF2B5EF4-FFF2-40B4-BE49-F238E27FC236}">
                  <a16:creationId xmlns:a16="http://schemas.microsoft.com/office/drawing/2014/main" id="{B9849A8C-F853-3CBE-FC12-7D1AC2AE2EB2}"/>
                </a:ext>
              </a:extLst>
            </p:cNvPr>
            <p:cNvSpPr txBox="1">
              <a:spLocks/>
            </p:cNvSpPr>
            <p:nvPr/>
          </p:nvSpPr>
          <p:spPr>
            <a:xfrm>
              <a:off x="840960" y="3716436"/>
              <a:ext cx="8070575" cy="892969"/>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5400" b="1" dirty="0">
                  <a:latin typeface="Palatino Linotype" panose="02040502050505030304" pitchFamily="18" charset="0"/>
                  <a:cs typeface="NVIDIA Sans" panose="020B0503020203020204" pitchFamily="34" charset="0"/>
                </a:rPr>
                <a:t>Experimental results</a:t>
              </a:r>
            </a:p>
          </p:txBody>
        </p:sp>
        <p:sp>
          <p:nvSpPr>
            <p:cNvPr id="67" name="Text Placeholder 35">
              <a:extLst>
                <a:ext uri="{FF2B5EF4-FFF2-40B4-BE49-F238E27FC236}">
                  <a16:creationId xmlns:a16="http://schemas.microsoft.com/office/drawing/2014/main" id="{76BA6052-4F3C-3C3F-3EDD-D7ADEB287D53}"/>
                </a:ext>
              </a:extLst>
            </p:cNvPr>
            <p:cNvSpPr txBox="1">
              <a:spLocks/>
            </p:cNvSpPr>
            <p:nvPr/>
          </p:nvSpPr>
          <p:spPr>
            <a:xfrm>
              <a:off x="844956" y="4737804"/>
              <a:ext cx="8086567" cy="10301740"/>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3200" dirty="0">
                  <a:latin typeface="Palatino Linotype" panose="02040502050505030304" pitchFamily="18" charset="0"/>
                  <a:cs typeface="NVIDIA Sans" panose="020B0503020203020204" pitchFamily="34" charset="0"/>
                </a:rPr>
                <a:t>Using a droid of 4 kg, a drag coefficient of 1 (assuming drone is boxy), maximum wind gusts of up to 40 m/s (90 mph), and a maximum allowable deflection angle of 10 deg. A simulation of the droid’s dynamics produces the following swing angles over time:</a:t>
              </a: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r>
                <a:rPr lang="en-US" sz="3200" dirty="0">
                  <a:latin typeface="Palatino Linotype" panose="02040502050505030304" pitchFamily="18" charset="0"/>
                  <a:cs typeface="NVIDIA Sans" panose="020B0503020203020204" pitchFamily="34" charset="0"/>
                </a:rPr>
                <a:t>The PID controller clearly violates safety constraints multiple times. The PID-CBF controller maintains well away from the boundaries. The PID-HJ-CBF controller is not safer than the PID controller, perhaps due to coarse interpolation of gradients from the value function.</a:t>
              </a: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p:txBody>
        </p:sp>
        <p:sp>
          <p:nvSpPr>
            <p:cNvPr id="69" name="Rectangle 68">
              <a:extLst>
                <a:ext uri="{FF2B5EF4-FFF2-40B4-BE49-F238E27FC236}">
                  <a16:creationId xmlns:a16="http://schemas.microsoft.com/office/drawing/2014/main" id="{CAAE3C15-A41C-B1EA-F7F7-04ECE5511447}"/>
                </a:ext>
              </a:extLst>
            </p:cNvPr>
            <p:cNvSpPr/>
            <p:nvPr/>
          </p:nvSpPr>
          <p:spPr>
            <a:xfrm>
              <a:off x="731056" y="3588036"/>
              <a:ext cx="8291696" cy="119307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grpSp>
      <p:grpSp>
        <p:nvGrpSpPr>
          <p:cNvPr id="70" name="Group 69">
            <a:extLst>
              <a:ext uri="{FF2B5EF4-FFF2-40B4-BE49-F238E27FC236}">
                <a16:creationId xmlns:a16="http://schemas.microsoft.com/office/drawing/2014/main" id="{CC06F5F3-8C7C-7F88-FBBF-450A2785F40E}"/>
              </a:ext>
            </a:extLst>
          </p:cNvPr>
          <p:cNvGrpSpPr/>
          <p:nvPr/>
        </p:nvGrpSpPr>
        <p:grpSpPr>
          <a:xfrm>
            <a:off x="670971" y="11504218"/>
            <a:ext cx="8289737" cy="9842800"/>
            <a:chOff x="710253" y="3580243"/>
            <a:chExt cx="8312499" cy="9842800"/>
          </a:xfrm>
        </p:grpSpPr>
        <p:sp>
          <p:nvSpPr>
            <p:cNvPr id="71" name="Rectangle 70">
              <a:extLst>
                <a:ext uri="{FF2B5EF4-FFF2-40B4-BE49-F238E27FC236}">
                  <a16:creationId xmlns:a16="http://schemas.microsoft.com/office/drawing/2014/main" id="{73C984DF-1BE5-69FD-115F-F55285ECB8A6}"/>
                </a:ext>
              </a:extLst>
            </p:cNvPr>
            <p:cNvSpPr/>
            <p:nvPr/>
          </p:nvSpPr>
          <p:spPr>
            <a:xfrm>
              <a:off x="710253" y="3580243"/>
              <a:ext cx="8295578" cy="1029242"/>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sp>
          <p:nvSpPr>
            <p:cNvPr id="72" name="Text Placeholder 28">
              <a:extLst>
                <a:ext uri="{FF2B5EF4-FFF2-40B4-BE49-F238E27FC236}">
                  <a16:creationId xmlns:a16="http://schemas.microsoft.com/office/drawing/2014/main" id="{EE4AFFBC-B285-F910-1702-F03BC5F4FF71}"/>
                </a:ext>
              </a:extLst>
            </p:cNvPr>
            <p:cNvSpPr txBox="1">
              <a:spLocks/>
            </p:cNvSpPr>
            <p:nvPr/>
          </p:nvSpPr>
          <p:spPr>
            <a:xfrm>
              <a:off x="840960" y="3716436"/>
              <a:ext cx="8070575" cy="892969"/>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5400" b="1" dirty="0">
                  <a:latin typeface="Palatino Linotype" panose="02040502050505030304" pitchFamily="18" charset="0"/>
                  <a:cs typeface="NVIDIA Sans" panose="020B0503020203020204" pitchFamily="34" charset="0"/>
                </a:rPr>
                <a:t>Problem Description</a:t>
              </a:r>
            </a:p>
          </p:txBody>
        </p:sp>
        <p:sp>
          <p:nvSpPr>
            <p:cNvPr id="73" name="Text Placeholder 35">
              <a:extLst>
                <a:ext uri="{FF2B5EF4-FFF2-40B4-BE49-F238E27FC236}">
                  <a16:creationId xmlns:a16="http://schemas.microsoft.com/office/drawing/2014/main" id="{3DEA129C-D717-7156-F6AC-49546A0E5F4E}"/>
                </a:ext>
              </a:extLst>
            </p:cNvPr>
            <p:cNvSpPr txBox="1">
              <a:spLocks/>
            </p:cNvSpPr>
            <p:nvPr/>
          </p:nvSpPr>
          <p:spPr>
            <a:xfrm>
              <a:off x="844956" y="4737804"/>
              <a:ext cx="8086567" cy="7476943"/>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3200" dirty="0">
                  <a:latin typeface="Palatino Linotype" panose="02040502050505030304" pitchFamily="18" charset="0"/>
                  <a:cs typeface="NVIDIA Sans" panose="020B0503020203020204" pitchFamily="34" charset="0"/>
                </a:rPr>
                <a:t>The droid is modelled in a 2D plane as a bob attached to the fixed mothership via an inelastic, massless tether The state of the droid is its swing angle, swing rate, and tether length. The inputs to the system are the droid's thrust, which acts perpendicular to the tether, and the commanded reel-out rate of the tether. The disturbance to the system is a stochastic bounded horizontal wind speed.</a:t>
              </a: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2400" dirty="0">
                <a:latin typeface="Palatino Linotype" panose="02040502050505030304" pitchFamily="18" charset="0"/>
                <a:cs typeface="NVIDIA Sans" panose="020B0503020203020204" pitchFamily="34" charset="0"/>
              </a:endParaRPr>
            </a:p>
          </p:txBody>
        </p:sp>
        <p:sp>
          <p:nvSpPr>
            <p:cNvPr id="74" name="Rectangle 73">
              <a:extLst>
                <a:ext uri="{FF2B5EF4-FFF2-40B4-BE49-F238E27FC236}">
                  <a16:creationId xmlns:a16="http://schemas.microsoft.com/office/drawing/2014/main" id="{7A4ABD50-4983-B78F-31B2-A77B6532CE28}"/>
                </a:ext>
              </a:extLst>
            </p:cNvPr>
            <p:cNvSpPr/>
            <p:nvPr/>
          </p:nvSpPr>
          <p:spPr>
            <a:xfrm>
              <a:off x="731056" y="3588036"/>
              <a:ext cx="8291696" cy="98350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grpSp>
      <p:grpSp>
        <p:nvGrpSpPr>
          <p:cNvPr id="75" name="Group 74">
            <a:extLst>
              <a:ext uri="{FF2B5EF4-FFF2-40B4-BE49-F238E27FC236}">
                <a16:creationId xmlns:a16="http://schemas.microsoft.com/office/drawing/2014/main" id="{6B154570-AF3C-C515-B544-BBBE28FC9D2D}"/>
              </a:ext>
            </a:extLst>
          </p:cNvPr>
          <p:cNvGrpSpPr/>
          <p:nvPr/>
        </p:nvGrpSpPr>
        <p:grpSpPr>
          <a:xfrm>
            <a:off x="9556953" y="3590389"/>
            <a:ext cx="8289737" cy="17756628"/>
            <a:chOff x="710253" y="3580243"/>
            <a:chExt cx="8312499" cy="11374856"/>
          </a:xfrm>
        </p:grpSpPr>
        <p:sp>
          <p:nvSpPr>
            <p:cNvPr id="76" name="Rectangle 75">
              <a:extLst>
                <a:ext uri="{FF2B5EF4-FFF2-40B4-BE49-F238E27FC236}">
                  <a16:creationId xmlns:a16="http://schemas.microsoft.com/office/drawing/2014/main" id="{C52E6C97-9523-6530-CF8C-A712E755A093}"/>
                </a:ext>
              </a:extLst>
            </p:cNvPr>
            <p:cNvSpPr/>
            <p:nvPr/>
          </p:nvSpPr>
          <p:spPr>
            <a:xfrm>
              <a:off x="710253" y="3580243"/>
              <a:ext cx="8295578" cy="654287"/>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sp>
          <p:nvSpPr>
            <p:cNvPr id="77" name="Text Placeholder 28">
              <a:extLst>
                <a:ext uri="{FF2B5EF4-FFF2-40B4-BE49-F238E27FC236}">
                  <a16:creationId xmlns:a16="http://schemas.microsoft.com/office/drawing/2014/main" id="{76B373DF-D713-B2C2-C895-C7AC24BE74BF}"/>
                </a:ext>
              </a:extLst>
            </p:cNvPr>
            <p:cNvSpPr txBox="1">
              <a:spLocks/>
            </p:cNvSpPr>
            <p:nvPr/>
          </p:nvSpPr>
          <p:spPr>
            <a:xfrm>
              <a:off x="840960" y="3716436"/>
              <a:ext cx="8070575" cy="892969"/>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5400" b="1" dirty="0">
                  <a:latin typeface="Palatino Linotype" panose="02040502050505030304" pitchFamily="18" charset="0"/>
                  <a:cs typeface="NVIDIA Sans" panose="020B0503020203020204" pitchFamily="34" charset="0"/>
                </a:rPr>
                <a:t>Proposed Approach</a:t>
              </a:r>
            </a:p>
          </p:txBody>
        </p:sp>
        <mc:AlternateContent xmlns:mc="http://schemas.openxmlformats.org/markup-compatibility/2006">
          <mc:Choice xmlns:a14="http://schemas.microsoft.com/office/drawing/2010/main" Requires="a14">
            <p:sp>
              <p:nvSpPr>
                <p:cNvPr id="78" name="Text Placeholder 35">
                  <a:extLst>
                    <a:ext uri="{FF2B5EF4-FFF2-40B4-BE49-F238E27FC236}">
                      <a16:creationId xmlns:a16="http://schemas.microsoft.com/office/drawing/2014/main" id="{0D8DA84B-3368-812B-D189-FD80BB3474FA}"/>
                    </a:ext>
                  </a:extLst>
                </p:cNvPr>
                <p:cNvSpPr txBox="1">
                  <a:spLocks/>
                </p:cNvSpPr>
                <p:nvPr/>
              </p:nvSpPr>
              <p:spPr>
                <a:xfrm>
                  <a:off x="844956" y="4362930"/>
                  <a:ext cx="8086567" cy="10592169"/>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3200" dirty="0">
                      <a:latin typeface="Palatino Linotype" panose="02040502050505030304" pitchFamily="18" charset="0"/>
                      <a:cs typeface="NVIDIA Sans" panose="020B0503020203020204" pitchFamily="34" charset="0"/>
                    </a:rPr>
                    <a:t>To guarantee safety under bounded stochastic wind disturbances, a backward reachable tube (BRT) is computed using Hamilton–Jacobi (HJ) analysis. </a:t>
                  </a:r>
                  <a14:m>
                    <m:oMath xmlns:m="http://schemas.openxmlformats.org/officeDocument/2006/math">
                      <m:r>
                        <a:rPr lang="en-US" sz="3200" b="0" i="0" smtClean="0">
                          <a:latin typeface="Cambria Math" panose="02040503050406030204" pitchFamily="18" charset="0"/>
                          <a:cs typeface="NVIDIA Sans" panose="020B0503020203020204" pitchFamily="34" charset="0"/>
                        </a:rPr>
                        <m:t> </m:t>
                      </m:r>
                      <m:r>
                        <a:rPr lang="en-US" sz="3200" b="0" i="1" smtClean="0">
                          <a:latin typeface="Cambria Math" panose="02040503050406030204" pitchFamily="18" charset="0"/>
                          <a:cs typeface="NVIDIA Sans" panose="020B0503020203020204" pitchFamily="34" charset="0"/>
                        </a:rPr>
                        <m:t>𝑉</m:t>
                      </m:r>
                      <m:r>
                        <a:rPr lang="en-US" sz="3200" b="0" i="1" smtClean="0">
                          <a:latin typeface="Cambria Math" panose="02040503050406030204" pitchFamily="18" charset="0"/>
                          <a:cs typeface="NVIDIA Sans" panose="020B0503020203020204" pitchFamily="34" charset="0"/>
                        </a:rPr>
                        <m:t>(</m:t>
                      </m:r>
                      <m:r>
                        <a:rPr lang="en-US" sz="3200" b="0" i="1" smtClean="0">
                          <a:latin typeface="Cambria Math" panose="02040503050406030204" pitchFamily="18" charset="0"/>
                          <a:cs typeface="NVIDIA Sans" panose="020B0503020203020204" pitchFamily="34" charset="0"/>
                        </a:rPr>
                        <m:t>𝑥</m:t>
                      </m:r>
                      <m:r>
                        <a:rPr lang="en-US" sz="3200" b="0" i="1" smtClean="0">
                          <a:latin typeface="Cambria Math" panose="02040503050406030204" pitchFamily="18" charset="0"/>
                          <a:cs typeface="NVIDIA Sans" panose="020B0503020203020204" pitchFamily="34" charset="0"/>
                        </a:rPr>
                        <m:t>,</m:t>
                      </m:r>
                      <m:r>
                        <a:rPr lang="en-US" sz="3200" b="0" i="1" smtClean="0">
                          <a:latin typeface="Cambria Math" panose="02040503050406030204" pitchFamily="18" charset="0"/>
                          <a:cs typeface="NVIDIA Sans" panose="020B0503020203020204" pitchFamily="34" charset="0"/>
                        </a:rPr>
                        <m:t>𝑡</m:t>
                      </m:r>
                      <m:r>
                        <a:rPr lang="en-US" sz="3200" b="0" i="1" smtClean="0">
                          <a:latin typeface="Cambria Math" panose="02040503050406030204" pitchFamily="18" charset="0"/>
                          <a:cs typeface="NVIDIA Sans" panose="020B0503020203020204" pitchFamily="34" charset="0"/>
                        </a:rPr>
                        <m:t>)</m:t>
                      </m:r>
                    </m:oMath>
                  </a14:m>
                  <a:r>
                    <a:rPr lang="en-US" sz="3200" dirty="0">
                      <a:latin typeface="Palatino Linotype" panose="02040502050505030304" pitchFamily="18" charset="0"/>
                      <a:cs typeface="NVIDIA Sans" panose="020B0503020203020204" pitchFamily="34" charset="0"/>
                    </a:rPr>
                    <a:t> is the value function solving the HJ PDE:</a:t>
                  </a: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r>
                    <a:rPr lang="en-US" sz="3200" dirty="0">
                      <a:latin typeface="Palatino Linotype" panose="02040502050505030304" pitchFamily="18" charset="0"/>
                      <a:cs typeface="NVIDIA Sans" panose="020B0503020203020204" pitchFamily="34" charset="0"/>
                    </a:rPr>
                    <a:t>The sub-zero level set represents the set of states from which failure is inevitable:</a:t>
                  </a: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r>
                    <a:rPr lang="en-US" sz="3200" dirty="0">
                      <a:latin typeface="Palatino Linotype" panose="02040502050505030304" pitchFamily="18" charset="0"/>
                      <a:cs typeface="NVIDIA Sans" panose="020B0503020203020204" pitchFamily="34" charset="0"/>
                    </a:rPr>
                    <a:t>A CBF is then formulated using the HJ BRT:</a:t>
                  </a: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r>
                    <a:rPr lang="en-US" sz="3200" dirty="0">
                      <a:latin typeface="Palatino Linotype" panose="02040502050505030304" pitchFamily="18" charset="0"/>
                      <a:cs typeface="NVIDIA Sans" panose="020B0503020203020204" pitchFamily="34" charset="0"/>
                    </a:rPr>
                    <a:t>To ensure forward invariance:</a:t>
                  </a: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a:p>
                  <a:pPr marL="0" indent="0" fontAlgn="auto">
                    <a:spcAft>
                      <a:spcPts val="0"/>
                    </a:spcAft>
                    <a:buNone/>
                  </a:pPr>
                  <a:r>
                    <a:rPr lang="en-US" sz="3200" dirty="0">
                      <a:latin typeface="Palatino Linotype" panose="02040502050505030304" pitchFamily="18" charset="0"/>
                      <a:cs typeface="NVIDIA Sans" panose="020B0503020203020204" pitchFamily="34" charset="0"/>
                    </a:rPr>
                    <a:t>A QP is used to solve for the optimal input that keeps the system in the safe set that is close to a nominal PID-derived input:</a:t>
                  </a:r>
                </a:p>
                <a:p>
                  <a:pPr marL="0" indent="0" fontAlgn="auto">
                    <a:spcAft>
                      <a:spcPts val="0"/>
                    </a:spcAft>
                    <a:buNone/>
                  </a:pPr>
                  <a:endParaRPr lang="en-US" sz="3200" dirty="0">
                    <a:latin typeface="Palatino Linotype" panose="02040502050505030304" pitchFamily="18" charset="0"/>
                    <a:cs typeface="NVIDIA Sans" panose="020B0503020203020204" pitchFamily="34" charset="0"/>
                  </a:endParaRPr>
                </a:p>
              </p:txBody>
            </p:sp>
          </mc:Choice>
          <mc:Fallback>
            <p:sp>
              <p:nvSpPr>
                <p:cNvPr id="78" name="Text Placeholder 35">
                  <a:extLst>
                    <a:ext uri="{FF2B5EF4-FFF2-40B4-BE49-F238E27FC236}">
                      <a16:creationId xmlns:a16="http://schemas.microsoft.com/office/drawing/2014/main" id="{0D8DA84B-3368-812B-D189-FD80BB3474FA}"/>
                    </a:ext>
                  </a:extLst>
                </p:cNvPr>
                <p:cNvSpPr txBox="1">
                  <a:spLocks noRot="1" noChangeAspect="1" noMove="1" noResize="1" noEditPoints="1" noAdjustHandles="1" noChangeArrowheads="1" noChangeShapeType="1" noTextEdit="1"/>
                </p:cNvSpPr>
                <p:nvPr/>
              </p:nvSpPr>
              <p:spPr>
                <a:xfrm>
                  <a:off x="844956" y="4362930"/>
                  <a:ext cx="8086567" cy="10592169"/>
                </a:xfrm>
                <a:prstGeom prst="rect">
                  <a:avLst/>
                </a:prstGeom>
                <a:blipFill>
                  <a:blip r:embed="rId4"/>
                  <a:stretch>
                    <a:fillRect l="-1887" t="-767" r="-1730"/>
                  </a:stretch>
                </a:blipFill>
              </p:spPr>
              <p:txBody>
                <a:bodyPr/>
                <a:lstStyle/>
                <a:p>
                  <a:r>
                    <a:rPr lang="fr-NL">
                      <a:noFill/>
                    </a:rPr>
                    <a:t> </a:t>
                  </a:r>
                </a:p>
              </p:txBody>
            </p:sp>
          </mc:Fallback>
        </mc:AlternateContent>
        <p:sp>
          <p:nvSpPr>
            <p:cNvPr id="79" name="Rectangle 78">
              <a:extLst>
                <a:ext uri="{FF2B5EF4-FFF2-40B4-BE49-F238E27FC236}">
                  <a16:creationId xmlns:a16="http://schemas.microsoft.com/office/drawing/2014/main" id="{2485E1B6-F786-64AE-A489-92DC2884559E}"/>
                </a:ext>
              </a:extLst>
            </p:cNvPr>
            <p:cNvSpPr/>
            <p:nvPr/>
          </p:nvSpPr>
          <p:spPr>
            <a:xfrm>
              <a:off x="731056" y="3588036"/>
              <a:ext cx="8291696" cy="113670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grpSp>
      <p:grpSp>
        <p:nvGrpSpPr>
          <p:cNvPr id="80" name="Group 79">
            <a:extLst>
              <a:ext uri="{FF2B5EF4-FFF2-40B4-BE49-F238E27FC236}">
                <a16:creationId xmlns:a16="http://schemas.microsoft.com/office/drawing/2014/main" id="{0E6CE339-14CC-70D3-E113-3C1C4B49426F}"/>
              </a:ext>
            </a:extLst>
          </p:cNvPr>
          <p:cNvGrpSpPr/>
          <p:nvPr/>
        </p:nvGrpSpPr>
        <p:grpSpPr>
          <a:xfrm>
            <a:off x="18464386" y="15735285"/>
            <a:ext cx="8289737" cy="3876952"/>
            <a:chOff x="710253" y="3580243"/>
            <a:chExt cx="8312499" cy="3876952"/>
          </a:xfrm>
        </p:grpSpPr>
        <p:sp>
          <p:nvSpPr>
            <p:cNvPr id="81" name="Rectangle 80">
              <a:extLst>
                <a:ext uri="{FF2B5EF4-FFF2-40B4-BE49-F238E27FC236}">
                  <a16:creationId xmlns:a16="http://schemas.microsoft.com/office/drawing/2014/main" id="{530F3133-D48E-A225-927F-746244590CD8}"/>
                </a:ext>
              </a:extLst>
            </p:cNvPr>
            <p:cNvSpPr/>
            <p:nvPr/>
          </p:nvSpPr>
          <p:spPr>
            <a:xfrm>
              <a:off x="710253" y="3580243"/>
              <a:ext cx="8295578" cy="1029242"/>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sp>
          <p:nvSpPr>
            <p:cNvPr id="82" name="Text Placeholder 28">
              <a:extLst>
                <a:ext uri="{FF2B5EF4-FFF2-40B4-BE49-F238E27FC236}">
                  <a16:creationId xmlns:a16="http://schemas.microsoft.com/office/drawing/2014/main" id="{77B9D0CA-4319-CA17-AF6F-02E69604BE2E}"/>
                </a:ext>
              </a:extLst>
            </p:cNvPr>
            <p:cNvSpPr txBox="1">
              <a:spLocks/>
            </p:cNvSpPr>
            <p:nvPr/>
          </p:nvSpPr>
          <p:spPr>
            <a:xfrm>
              <a:off x="840960" y="3716436"/>
              <a:ext cx="8070575" cy="892969"/>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5400" b="1" dirty="0">
                  <a:latin typeface="Palatino Linotype" panose="02040502050505030304" pitchFamily="18" charset="0"/>
                  <a:cs typeface="NVIDIA Sans" panose="020B0503020203020204" pitchFamily="34" charset="0"/>
                </a:rPr>
                <a:t>Conclusions</a:t>
              </a:r>
            </a:p>
          </p:txBody>
        </p:sp>
        <p:sp>
          <p:nvSpPr>
            <p:cNvPr id="83" name="Text Placeholder 35">
              <a:extLst>
                <a:ext uri="{FF2B5EF4-FFF2-40B4-BE49-F238E27FC236}">
                  <a16:creationId xmlns:a16="http://schemas.microsoft.com/office/drawing/2014/main" id="{8312A7CD-8C12-910F-5082-D5C8B794338A}"/>
                </a:ext>
              </a:extLst>
            </p:cNvPr>
            <p:cNvSpPr txBox="1">
              <a:spLocks/>
            </p:cNvSpPr>
            <p:nvPr/>
          </p:nvSpPr>
          <p:spPr>
            <a:xfrm>
              <a:off x="844956" y="4737805"/>
              <a:ext cx="8086567" cy="2599632"/>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3200" dirty="0">
                  <a:latin typeface="Palatino Linotype" panose="02040502050505030304" pitchFamily="18" charset="0"/>
                  <a:cs typeface="NVIDIA Sans" panose="020B0503020203020204" pitchFamily="34" charset="0"/>
                </a:rPr>
                <a:t>The PID-CBF controller exhibited very good behavior over the 20 second simulation time span, maintain a safe distance away from the safety constraints. Further analysis is needed to explain why the PID-HJ-CBF underperforms. </a:t>
              </a:r>
            </a:p>
          </p:txBody>
        </p:sp>
        <p:sp>
          <p:nvSpPr>
            <p:cNvPr id="84" name="Rectangle 83">
              <a:extLst>
                <a:ext uri="{FF2B5EF4-FFF2-40B4-BE49-F238E27FC236}">
                  <a16:creationId xmlns:a16="http://schemas.microsoft.com/office/drawing/2014/main" id="{60C293F5-FA8A-CDE6-CD6C-D91A36B9F06B}"/>
                </a:ext>
              </a:extLst>
            </p:cNvPr>
            <p:cNvSpPr/>
            <p:nvPr/>
          </p:nvSpPr>
          <p:spPr>
            <a:xfrm>
              <a:off x="731056" y="3588036"/>
              <a:ext cx="8291696" cy="38691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grpSp>
      <p:sp>
        <p:nvSpPr>
          <p:cNvPr id="85" name="Rectangle 84">
            <a:extLst>
              <a:ext uri="{FF2B5EF4-FFF2-40B4-BE49-F238E27FC236}">
                <a16:creationId xmlns:a16="http://schemas.microsoft.com/office/drawing/2014/main" id="{E9988A00-87D7-3F95-DBC5-30CA25478FC1}"/>
              </a:ext>
            </a:extLst>
          </p:cNvPr>
          <p:cNvSpPr/>
          <p:nvPr/>
        </p:nvSpPr>
        <p:spPr>
          <a:xfrm>
            <a:off x="18486991" y="19816762"/>
            <a:ext cx="8268991" cy="15302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Linotype" panose="02040502050505030304" pitchFamily="18" charset="0"/>
            </a:endParaRPr>
          </a:p>
        </p:txBody>
      </p:sp>
      <p:sp>
        <p:nvSpPr>
          <p:cNvPr id="86" name="Text Placeholder 35">
            <a:extLst>
              <a:ext uri="{FF2B5EF4-FFF2-40B4-BE49-F238E27FC236}">
                <a16:creationId xmlns:a16="http://schemas.microsoft.com/office/drawing/2014/main" id="{E2F03C6E-5230-E875-D501-E28AF1FC6E09}"/>
              </a:ext>
            </a:extLst>
          </p:cNvPr>
          <p:cNvSpPr txBox="1">
            <a:spLocks/>
          </p:cNvSpPr>
          <p:nvPr/>
        </p:nvSpPr>
        <p:spPr>
          <a:xfrm>
            <a:off x="18562271" y="19933715"/>
            <a:ext cx="8064424" cy="1199152"/>
          </a:xfrm>
          <a:prstGeom prst="rect">
            <a:avLst/>
          </a:prstGeom>
        </p:spPr>
        <p:txBody>
          <a:bodyPr/>
          <a:lst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fontAlgn="auto">
              <a:spcAft>
                <a:spcPts val="0"/>
              </a:spcAft>
              <a:buNone/>
            </a:pPr>
            <a:r>
              <a:rPr lang="en-US" sz="2000" dirty="0">
                <a:latin typeface="Palatino Linotype" panose="02040502050505030304" pitchFamily="18" charset="0"/>
                <a:cs typeface="NVIDIA Sans" panose="020B0503020203020204" pitchFamily="34" charset="0"/>
              </a:rPr>
              <a:t>References</a:t>
            </a:r>
          </a:p>
          <a:p>
            <a:pPr marL="0" indent="0" fontAlgn="auto">
              <a:spcAft>
                <a:spcPts val="0"/>
              </a:spcAft>
              <a:buNone/>
            </a:pPr>
            <a:r>
              <a:rPr lang="en-US" sz="2000" dirty="0">
                <a:latin typeface="Palatino Linotype" panose="02040502050505030304" pitchFamily="18" charset="0"/>
                <a:cs typeface="NVIDIA Sans" panose="020B0503020203020204" pitchFamily="34" charset="0"/>
              </a:rPr>
              <a:t>https://</a:t>
            </a:r>
            <a:r>
              <a:rPr lang="en-US" sz="2000" dirty="0" err="1">
                <a:latin typeface="Palatino Linotype" panose="02040502050505030304" pitchFamily="18" charset="0"/>
                <a:cs typeface="NVIDIA Sans" panose="020B0503020203020204" pitchFamily="34" charset="0"/>
              </a:rPr>
              <a:t>uw-ctrl.github.io</a:t>
            </a:r>
            <a:r>
              <a:rPr lang="en-US" sz="2000" dirty="0">
                <a:latin typeface="Palatino Linotype" panose="02040502050505030304" pitchFamily="18" charset="0"/>
                <a:cs typeface="NVIDIA Sans" panose="020B0503020203020204" pitchFamily="34" charset="0"/>
              </a:rPr>
              <a:t>/</a:t>
            </a:r>
            <a:r>
              <a:rPr lang="en-US" sz="2000" dirty="0" err="1">
                <a:latin typeface="Palatino Linotype" panose="02040502050505030304" pitchFamily="18" charset="0"/>
                <a:cs typeface="NVIDIA Sans" panose="020B0503020203020204" pitchFamily="34" charset="0"/>
              </a:rPr>
              <a:t>lmc</a:t>
            </a:r>
            <a:r>
              <a:rPr lang="en-US" sz="2000" dirty="0">
                <a:latin typeface="Palatino Linotype" panose="02040502050505030304" pitchFamily="18" charset="0"/>
                <a:cs typeface="NVIDIA Sans" panose="020B0503020203020204" pitchFamily="34" charset="0"/>
              </a:rPr>
              <a:t>-book/lectures/</a:t>
            </a:r>
            <a:r>
              <a:rPr lang="en-US" sz="2000" dirty="0" err="1">
                <a:latin typeface="Palatino Linotype" panose="02040502050505030304" pitchFamily="18" charset="0"/>
                <a:cs typeface="NVIDIA Sans" panose="020B0503020203020204" pitchFamily="34" charset="0"/>
              </a:rPr>
              <a:t>reachability.html</a:t>
            </a:r>
            <a:endParaRPr lang="en-US" sz="20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2400" dirty="0">
              <a:latin typeface="Palatino Linotype" panose="02040502050505030304" pitchFamily="18" charset="0"/>
              <a:cs typeface="NVIDIA Sans" panose="020B0503020203020204" pitchFamily="34" charset="0"/>
            </a:endParaRPr>
          </a:p>
          <a:p>
            <a:pPr marL="0" indent="0" fontAlgn="auto">
              <a:spcAft>
                <a:spcPts val="0"/>
              </a:spcAft>
              <a:buNone/>
            </a:pPr>
            <a:endParaRPr lang="en-US" sz="2400" dirty="0">
              <a:latin typeface="Palatino Linotype" panose="02040502050505030304" pitchFamily="18" charset="0"/>
              <a:cs typeface="NVIDIA Sans" panose="020B0503020203020204" pitchFamily="34" charset="0"/>
            </a:endParaRPr>
          </a:p>
        </p:txBody>
      </p:sp>
      <p:pic>
        <p:nvPicPr>
          <p:cNvPr id="4" name="Image 3">
            <a:extLst>
              <a:ext uri="{FF2B5EF4-FFF2-40B4-BE49-F238E27FC236}">
                <a16:creationId xmlns:a16="http://schemas.microsoft.com/office/drawing/2014/main" id="{65CDAAD8-B759-444E-8609-E2746A909539}"/>
              </a:ext>
            </a:extLst>
          </p:cNvPr>
          <p:cNvPicPr>
            <a:picLocks noChangeAspect="1"/>
          </p:cNvPicPr>
          <p:nvPr/>
        </p:nvPicPr>
        <p:blipFill>
          <a:blip r:embed="rId5"/>
          <a:stretch>
            <a:fillRect/>
          </a:stretch>
        </p:blipFill>
        <p:spPr>
          <a:xfrm>
            <a:off x="3898798" y="16756274"/>
            <a:ext cx="5045035" cy="4590743"/>
          </a:xfrm>
          <a:prstGeom prst="rect">
            <a:avLst/>
          </a:prstGeom>
        </p:spPr>
      </p:pic>
      <p:pic>
        <p:nvPicPr>
          <p:cNvPr id="13" name="Image 12">
            <a:extLst>
              <a:ext uri="{FF2B5EF4-FFF2-40B4-BE49-F238E27FC236}">
                <a16:creationId xmlns:a16="http://schemas.microsoft.com/office/drawing/2014/main" id="{2611087E-D85B-C843-8071-24177B351DDE}"/>
              </a:ext>
            </a:extLst>
          </p:cNvPr>
          <p:cNvPicPr>
            <a:picLocks noChangeAspect="1"/>
          </p:cNvPicPr>
          <p:nvPr/>
        </p:nvPicPr>
        <p:blipFill>
          <a:blip r:embed="rId6"/>
          <a:stretch>
            <a:fillRect/>
          </a:stretch>
        </p:blipFill>
        <p:spPr>
          <a:xfrm>
            <a:off x="9645276" y="7269420"/>
            <a:ext cx="8132523" cy="760236"/>
          </a:xfrm>
          <a:prstGeom prst="rect">
            <a:avLst/>
          </a:prstGeom>
        </p:spPr>
      </p:pic>
      <p:pic>
        <p:nvPicPr>
          <p:cNvPr id="14" name="Image 13">
            <a:extLst>
              <a:ext uri="{FF2B5EF4-FFF2-40B4-BE49-F238E27FC236}">
                <a16:creationId xmlns:a16="http://schemas.microsoft.com/office/drawing/2014/main" id="{925F6F5C-37E5-1F46-99AE-F5BD8C6A71A1}"/>
              </a:ext>
            </a:extLst>
          </p:cNvPr>
          <p:cNvPicPr>
            <a:picLocks noChangeAspect="1"/>
          </p:cNvPicPr>
          <p:nvPr/>
        </p:nvPicPr>
        <p:blipFill>
          <a:blip r:embed="rId7"/>
          <a:stretch>
            <a:fillRect/>
          </a:stretch>
        </p:blipFill>
        <p:spPr>
          <a:xfrm>
            <a:off x="12023334" y="9158986"/>
            <a:ext cx="3340100" cy="673100"/>
          </a:xfrm>
          <a:prstGeom prst="rect">
            <a:avLst/>
          </a:prstGeom>
        </p:spPr>
      </p:pic>
      <p:pic>
        <p:nvPicPr>
          <p:cNvPr id="15" name="Image 14">
            <a:extLst>
              <a:ext uri="{FF2B5EF4-FFF2-40B4-BE49-F238E27FC236}">
                <a16:creationId xmlns:a16="http://schemas.microsoft.com/office/drawing/2014/main" id="{2027A762-32A7-FC41-B6DF-5B8AD32C84A8}"/>
              </a:ext>
            </a:extLst>
          </p:cNvPr>
          <p:cNvPicPr>
            <a:picLocks noChangeAspect="1"/>
          </p:cNvPicPr>
          <p:nvPr/>
        </p:nvPicPr>
        <p:blipFill>
          <a:blip r:embed="rId8"/>
          <a:stretch>
            <a:fillRect/>
          </a:stretch>
        </p:blipFill>
        <p:spPr>
          <a:xfrm>
            <a:off x="12504649" y="14303387"/>
            <a:ext cx="2438400" cy="520700"/>
          </a:xfrm>
          <a:prstGeom prst="rect">
            <a:avLst/>
          </a:prstGeom>
        </p:spPr>
      </p:pic>
      <p:pic>
        <p:nvPicPr>
          <p:cNvPr id="17" name="Image 16">
            <a:extLst>
              <a:ext uri="{FF2B5EF4-FFF2-40B4-BE49-F238E27FC236}">
                <a16:creationId xmlns:a16="http://schemas.microsoft.com/office/drawing/2014/main" id="{E49FB222-39CE-A247-90F2-34A109DE64F3}"/>
              </a:ext>
            </a:extLst>
          </p:cNvPr>
          <p:cNvPicPr>
            <a:picLocks noChangeAspect="1"/>
          </p:cNvPicPr>
          <p:nvPr/>
        </p:nvPicPr>
        <p:blipFill>
          <a:blip r:embed="rId9"/>
          <a:stretch>
            <a:fillRect/>
          </a:stretch>
        </p:blipFill>
        <p:spPr>
          <a:xfrm>
            <a:off x="11007725" y="15930353"/>
            <a:ext cx="5473700" cy="584200"/>
          </a:xfrm>
          <a:prstGeom prst="rect">
            <a:avLst/>
          </a:prstGeom>
        </p:spPr>
      </p:pic>
      <p:pic>
        <p:nvPicPr>
          <p:cNvPr id="22" name="Image 21">
            <a:extLst>
              <a:ext uri="{FF2B5EF4-FFF2-40B4-BE49-F238E27FC236}">
                <a16:creationId xmlns:a16="http://schemas.microsoft.com/office/drawing/2014/main" id="{17C4444C-D2D5-204F-B018-72FC5CCBA43D}"/>
              </a:ext>
            </a:extLst>
          </p:cNvPr>
          <p:cNvPicPr>
            <a:picLocks noChangeAspect="1"/>
          </p:cNvPicPr>
          <p:nvPr/>
        </p:nvPicPr>
        <p:blipFill>
          <a:blip r:embed="rId10"/>
          <a:stretch>
            <a:fillRect/>
          </a:stretch>
        </p:blipFill>
        <p:spPr>
          <a:xfrm>
            <a:off x="10309225" y="18804070"/>
            <a:ext cx="6870700" cy="1676400"/>
          </a:xfrm>
          <a:prstGeom prst="rect">
            <a:avLst/>
          </a:prstGeom>
        </p:spPr>
      </p:pic>
      <p:pic>
        <p:nvPicPr>
          <p:cNvPr id="26" name="Image 25">
            <a:extLst>
              <a:ext uri="{FF2B5EF4-FFF2-40B4-BE49-F238E27FC236}">
                <a16:creationId xmlns:a16="http://schemas.microsoft.com/office/drawing/2014/main" id="{A9B2C7C5-8CB1-9A49-B25F-D17CD42ADB9E}"/>
              </a:ext>
            </a:extLst>
          </p:cNvPr>
          <p:cNvPicPr>
            <a:picLocks noChangeAspect="1"/>
          </p:cNvPicPr>
          <p:nvPr/>
        </p:nvPicPr>
        <p:blipFill>
          <a:blip r:embed="rId11"/>
          <a:stretch>
            <a:fillRect/>
          </a:stretch>
        </p:blipFill>
        <p:spPr>
          <a:xfrm>
            <a:off x="9877441" y="9778396"/>
            <a:ext cx="7631885" cy="3815943"/>
          </a:xfrm>
          <a:prstGeom prst="rect">
            <a:avLst/>
          </a:prstGeom>
          <a:ln>
            <a:noFill/>
          </a:ln>
        </p:spPr>
      </p:pic>
      <p:pic>
        <p:nvPicPr>
          <p:cNvPr id="27" name="Image 26">
            <a:extLst>
              <a:ext uri="{FF2B5EF4-FFF2-40B4-BE49-F238E27FC236}">
                <a16:creationId xmlns:a16="http://schemas.microsoft.com/office/drawing/2014/main" id="{FA8F1C66-A427-664F-8562-8C6E76466F27}"/>
              </a:ext>
            </a:extLst>
          </p:cNvPr>
          <p:cNvPicPr>
            <a:picLocks noChangeAspect="1"/>
          </p:cNvPicPr>
          <p:nvPr/>
        </p:nvPicPr>
        <p:blipFill>
          <a:blip r:embed="rId12"/>
          <a:stretch>
            <a:fillRect/>
          </a:stretch>
        </p:blipFill>
        <p:spPr>
          <a:xfrm>
            <a:off x="18619467" y="7854290"/>
            <a:ext cx="8064423" cy="4348463"/>
          </a:xfrm>
          <a:prstGeom prst="rect">
            <a:avLst/>
          </a:prstGeom>
        </p:spPr>
      </p:pic>
    </p:spTree>
    <p:extLst>
      <p:ext uri="{BB962C8B-B14F-4D97-AF65-F5344CB8AC3E}">
        <p14:creationId xmlns:p14="http://schemas.microsoft.com/office/powerpoint/2010/main" val="3052383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4510DA3D-9EBB-794F-B6BF-312BD9682E82}"/>
              </a:ext>
            </a:extLst>
          </p:cNvPr>
          <p:cNvSpPr>
            <a:spLocks noGrp="1"/>
          </p:cNvSpPr>
          <p:nvPr>
            <p:ph type="ftr" sz="quarter" idx="3"/>
          </p:nvPr>
        </p:nvSpPr>
        <p:spPr/>
        <p:txBody>
          <a:bodyPr/>
          <a:lstStyle/>
          <a:p>
            <a:r>
              <a:rPr lang="en-US"/>
              <a:t>Towards trusted human-centric robot autonomy</a:t>
            </a:r>
            <a:endParaRPr lang="en-US" dirty="0"/>
          </a:p>
        </p:txBody>
      </p:sp>
      <p:sp>
        <p:nvSpPr>
          <p:cNvPr id="3" name="Espace réservé du numéro de diapositive 2">
            <a:extLst>
              <a:ext uri="{FF2B5EF4-FFF2-40B4-BE49-F238E27FC236}">
                <a16:creationId xmlns:a16="http://schemas.microsoft.com/office/drawing/2014/main" id="{DACE76DA-7DAD-9844-AD52-F90AF502C3F8}"/>
              </a:ext>
            </a:extLst>
          </p:cNvPr>
          <p:cNvSpPr>
            <a:spLocks noGrp="1"/>
          </p:cNvSpPr>
          <p:nvPr>
            <p:ph type="sldNum" sz="quarter" idx="4"/>
          </p:nvPr>
        </p:nvSpPr>
        <p:spPr/>
        <p:txBody>
          <a:bodyPr/>
          <a:lstStyle/>
          <a:p>
            <a:fld id="{0C5720C1-DBBE-464B-BDF3-8863F8043B23}" type="slidenum">
              <a:rPr lang="en-US" smtClean="0"/>
              <a:t>2</a:t>
            </a:fld>
            <a:endParaRPr lang="en-US" dirty="0"/>
          </a:p>
        </p:txBody>
      </p:sp>
      <p:cxnSp>
        <p:nvCxnSpPr>
          <p:cNvPr id="5" name="Connecteur droit 4">
            <a:extLst>
              <a:ext uri="{FF2B5EF4-FFF2-40B4-BE49-F238E27FC236}">
                <a16:creationId xmlns:a16="http://schemas.microsoft.com/office/drawing/2014/main" id="{52612901-9D1A-9F4F-A901-40CBDB2BC4EB}"/>
              </a:ext>
            </a:extLst>
          </p:cNvPr>
          <p:cNvCxnSpPr>
            <a:cxnSpLocks/>
          </p:cNvCxnSpPr>
          <p:nvPr/>
        </p:nvCxnSpPr>
        <p:spPr>
          <a:xfrm>
            <a:off x="9829800" y="7277100"/>
            <a:ext cx="4191000" cy="0"/>
          </a:xfrm>
          <a:prstGeom prst="line">
            <a:avLst/>
          </a:prstGeom>
          <a:ln w="76200">
            <a:solidFill>
              <a:schemeClr val="tx1"/>
            </a:solidFill>
            <a:headEnd type="triangle" w="lg" len="med"/>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AB8D28D8-69D9-BE4F-AFBC-8137E84EEBC5}"/>
              </a:ext>
            </a:extLst>
          </p:cNvPr>
          <p:cNvCxnSpPr>
            <a:cxnSpLocks/>
          </p:cNvCxnSpPr>
          <p:nvPr/>
        </p:nvCxnSpPr>
        <p:spPr>
          <a:xfrm flipV="1">
            <a:off x="14020800" y="7277100"/>
            <a:ext cx="0" cy="6660395"/>
          </a:xfrm>
          <a:prstGeom prst="line">
            <a:avLst/>
          </a:prstGeom>
          <a:ln w="76200">
            <a:solidFill>
              <a:schemeClr val="tx1"/>
            </a:solidFill>
            <a:headEnd type="triangle" w="lg" len="med"/>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3C33CA46-CD46-4F44-96BC-6C1C16131D34}"/>
              </a:ext>
            </a:extLst>
          </p:cNvPr>
          <p:cNvCxnSpPr>
            <a:cxnSpLocks/>
          </p:cNvCxnSpPr>
          <p:nvPr/>
        </p:nvCxnSpPr>
        <p:spPr>
          <a:xfrm flipV="1">
            <a:off x="12539094" y="7277099"/>
            <a:ext cx="1481706" cy="400147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A8E5D8F-7C03-D44D-8B8D-3BD097AFB9E7}"/>
              </a:ext>
            </a:extLst>
          </p:cNvPr>
          <p:cNvSpPr/>
          <p:nvPr/>
        </p:nvSpPr>
        <p:spPr>
          <a:xfrm rot="1200000">
            <a:off x="11497457" y="11240906"/>
            <a:ext cx="1752600" cy="1048185"/>
          </a:xfrm>
          <a:prstGeom prst="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NL"/>
          </a:p>
        </p:txBody>
      </p:sp>
      <p:sp>
        <p:nvSpPr>
          <p:cNvPr id="14" name="Arc 13">
            <a:extLst>
              <a:ext uri="{FF2B5EF4-FFF2-40B4-BE49-F238E27FC236}">
                <a16:creationId xmlns:a16="http://schemas.microsoft.com/office/drawing/2014/main" id="{951C8D36-BD57-9D4E-B6BB-5B4196DFB081}"/>
              </a:ext>
            </a:extLst>
          </p:cNvPr>
          <p:cNvSpPr/>
          <p:nvPr/>
        </p:nvSpPr>
        <p:spPr>
          <a:xfrm rot="9567294">
            <a:off x="13279121" y="8518569"/>
            <a:ext cx="978961" cy="986032"/>
          </a:xfrm>
          <a:prstGeom prst="arc">
            <a:avLst>
              <a:gd name="adj1" fmla="val 15634009"/>
              <a:gd name="adj2" fmla="val 0"/>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NL"/>
          </a:p>
        </p:txBody>
      </p:sp>
      <p:cxnSp>
        <p:nvCxnSpPr>
          <p:cNvPr id="15" name="Connecteur droit 14">
            <a:extLst>
              <a:ext uri="{FF2B5EF4-FFF2-40B4-BE49-F238E27FC236}">
                <a16:creationId xmlns:a16="http://schemas.microsoft.com/office/drawing/2014/main" id="{93464BBA-FA3D-764A-BE91-D3F628BB50BF}"/>
              </a:ext>
            </a:extLst>
          </p:cNvPr>
          <p:cNvCxnSpPr>
            <a:cxnSpLocks/>
          </p:cNvCxnSpPr>
          <p:nvPr/>
        </p:nvCxnSpPr>
        <p:spPr>
          <a:xfrm>
            <a:off x="10586730" y="11114574"/>
            <a:ext cx="1787027" cy="650424"/>
          </a:xfrm>
          <a:prstGeom prst="line">
            <a:avLst/>
          </a:prstGeom>
          <a:ln w="76200">
            <a:solidFill>
              <a:schemeClr val="tx1"/>
            </a:solidFill>
            <a:headEnd type="triangle" w="lg" len="med"/>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26E468AE-BD3D-8949-9E72-EA82DB918F62}"/>
              </a:ext>
            </a:extLst>
          </p:cNvPr>
          <p:cNvCxnSpPr>
            <a:cxnSpLocks/>
          </p:cNvCxnSpPr>
          <p:nvPr/>
        </p:nvCxnSpPr>
        <p:spPr>
          <a:xfrm>
            <a:off x="10120891" y="11764998"/>
            <a:ext cx="2204722" cy="0"/>
          </a:xfrm>
          <a:prstGeom prst="line">
            <a:avLst/>
          </a:prstGeom>
          <a:ln w="76200">
            <a:solidFill>
              <a:schemeClr val="tx1"/>
            </a:solidFill>
            <a:headEnd type="triangle" w="lg" len="med"/>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4B356099-8DA7-1042-9ABA-B90342B01401}"/>
              </a:ext>
            </a:extLst>
          </p:cNvPr>
          <p:cNvCxnSpPr>
            <a:cxnSpLocks/>
          </p:cNvCxnSpPr>
          <p:nvPr/>
        </p:nvCxnSpPr>
        <p:spPr>
          <a:xfrm flipV="1">
            <a:off x="12373757" y="11764998"/>
            <a:ext cx="0" cy="1801257"/>
          </a:xfrm>
          <a:prstGeom prst="line">
            <a:avLst/>
          </a:prstGeom>
          <a:ln w="76200">
            <a:solidFill>
              <a:schemeClr val="tx1"/>
            </a:solidFill>
            <a:headEnd type="triangle" w="lg" len="med"/>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0CEE43D0-15C9-A14E-B216-B10F7CA3AF5A}"/>
              </a:ext>
            </a:extLst>
          </p:cNvPr>
          <p:cNvCxnSpPr>
            <a:cxnSpLocks/>
          </p:cNvCxnSpPr>
          <p:nvPr/>
        </p:nvCxnSpPr>
        <p:spPr>
          <a:xfrm>
            <a:off x="14833344" y="11772475"/>
            <a:ext cx="2204722" cy="0"/>
          </a:xfrm>
          <a:prstGeom prst="line">
            <a:avLst/>
          </a:prstGeom>
          <a:ln w="76200">
            <a:solidFill>
              <a:schemeClr val="tx1"/>
            </a:solidFill>
            <a:headEnd type="triangle"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ZoneTexte 25">
                <a:extLst>
                  <a:ext uri="{FF2B5EF4-FFF2-40B4-BE49-F238E27FC236}">
                    <a16:creationId xmlns:a16="http://schemas.microsoft.com/office/drawing/2014/main" id="{E302A87B-50B5-B04B-8A23-78DCD814B786}"/>
                  </a:ext>
                </a:extLst>
              </p:cNvPr>
              <p:cNvSpPr txBox="1"/>
              <p:nvPr/>
            </p:nvSpPr>
            <p:spPr>
              <a:xfrm>
                <a:off x="15060014" y="10924630"/>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𝑉</m:t>
                          </m:r>
                        </m:e>
                        <m:sub>
                          <m:r>
                            <a:rPr lang="en-US" sz="4000" b="0" i="1" smtClean="0">
                              <a:latin typeface="Cambria Math" panose="02040503050406030204" pitchFamily="18" charset="0"/>
                            </a:rPr>
                            <m:t>𝑤𝑖𝑛𝑑</m:t>
                          </m:r>
                        </m:sub>
                      </m:sSub>
                    </m:oMath>
                  </m:oMathPara>
                </a14:m>
                <a:endParaRPr lang="fr-NL" sz="4000" dirty="0"/>
              </a:p>
            </p:txBody>
          </p:sp>
        </mc:Choice>
        <mc:Fallback>
          <p:sp>
            <p:nvSpPr>
              <p:cNvPr id="26" name="ZoneTexte 25">
                <a:extLst>
                  <a:ext uri="{FF2B5EF4-FFF2-40B4-BE49-F238E27FC236}">
                    <a16:creationId xmlns:a16="http://schemas.microsoft.com/office/drawing/2014/main" id="{E302A87B-50B5-B04B-8A23-78DCD814B786}"/>
                  </a:ext>
                </a:extLst>
              </p:cNvPr>
              <p:cNvSpPr txBox="1">
                <a:spLocks noRot="1" noChangeAspect="1" noMove="1" noResize="1" noEditPoints="1" noAdjustHandles="1" noChangeArrowheads="1" noChangeShapeType="1" noTextEdit="1"/>
              </p:cNvSpPr>
              <p:nvPr/>
            </p:nvSpPr>
            <p:spPr>
              <a:xfrm>
                <a:off x="15060014" y="10924630"/>
                <a:ext cx="1875581" cy="707886"/>
              </a:xfrm>
              <a:prstGeom prst="rect">
                <a:avLst/>
              </a:prstGeom>
              <a:blipFill>
                <a:blip r:embed="rId3"/>
                <a:stretch>
                  <a:fillRect b="-10714"/>
                </a:stretch>
              </a:blipFill>
            </p:spPr>
            <p:txBody>
              <a:bodyPr/>
              <a:lstStyle/>
              <a:p>
                <a:r>
                  <a:rPr lang="fr-NL">
                    <a:noFill/>
                  </a:rPr>
                  <a:t> </a:t>
                </a:r>
              </a:p>
            </p:txBody>
          </p:sp>
        </mc:Fallback>
      </mc:AlternateContent>
      <mc:AlternateContent xmlns:mc="http://schemas.openxmlformats.org/markup-compatibility/2006">
        <mc:Choice xmlns:a14="http://schemas.microsoft.com/office/drawing/2010/main" Requires="a14">
          <p:sp>
            <p:nvSpPr>
              <p:cNvPr id="27" name="ZoneTexte 26">
                <a:extLst>
                  <a:ext uri="{FF2B5EF4-FFF2-40B4-BE49-F238E27FC236}">
                    <a16:creationId xmlns:a16="http://schemas.microsoft.com/office/drawing/2014/main" id="{341AAEF2-34D0-7F44-8C22-D4608DB40D11}"/>
                  </a:ext>
                </a:extLst>
              </p:cNvPr>
              <p:cNvSpPr txBox="1"/>
              <p:nvPr/>
            </p:nvSpPr>
            <p:spPr>
              <a:xfrm>
                <a:off x="12646314" y="9515933"/>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fr-NL" sz="4000" i="1" smtClean="0">
                          <a:latin typeface="Cambria Math" panose="02040503050406030204" pitchFamily="18" charset="0"/>
                          <a:ea typeface="Cambria Math" panose="02040503050406030204" pitchFamily="18" charset="0"/>
                        </a:rPr>
                        <m:t>𝜃</m:t>
                      </m:r>
                    </m:oMath>
                  </m:oMathPara>
                </a14:m>
                <a:endParaRPr lang="fr-NL" sz="4000" dirty="0"/>
              </a:p>
            </p:txBody>
          </p:sp>
        </mc:Choice>
        <mc:Fallback>
          <p:sp>
            <p:nvSpPr>
              <p:cNvPr id="27" name="ZoneTexte 26">
                <a:extLst>
                  <a:ext uri="{FF2B5EF4-FFF2-40B4-BE49-F238E27FC236}">
                    <a16:creationId xmlns:a16="http://schemas.microsoft.com/office/drawing/2014/main" id="{341AAEF2-34D0-7F44-8C22-D4608DB40D11}"/>
                  </a:ext>
                </a:extLst>
              </p:cNvPr>
              <p:cNvSpPr txBox="1">
                <a:spLocks noRot="1" noChangeAspect="1" noMove="1" noResize="1" noEditPoints="1" noAdjustHandles="1" noChangeArrowheads="1" noChangeShapeType="1" noTextEdit="1"/>
              </p:cNvSpPr>
              <p:nvPr/>
            </p:nvSpPr>
            <p:spPr>
              <a:xfrm>
                <a:off x="12646314" y="9515933"/>
                <a:ext cx="1875581" cy="707886"/>
              </a:xfrm>
              <a:prstGeom prst="rect">
                <a:avLst/>
              </a:prstGeom>
              <a:blipFill>
                <a:blip r:embed="rId4"/>
                <a:stretch>
                  <a:fillRect b="-1786"/>
                </a:stretch>
              </a:blipFill>
            </p:spPr>
            <p:txBody>
              <a:bodyPr/>
              <a:lstStyle/>
              <a:p>
                <a:r>
                  <a:rPr lang="fr-NL">
                    <a:noFill/>
                  </a:rPr>
                  <a:t> </a:t>
                </a:r>
              </a:p>
            </p:txBody>
          </p:sp>
        </mc:Fallback>
      </mc:AlternateContent>
      <mc:AlternateContent xmlns:mc="http://schemas.openxmlformats.org/markup-compatibility/2006">
        <mc:Choice xmlns:a14="http://schemas.microsoft.com/office/drawing/2010/main" Requires="a14">
          <p:sp>
            <p:nvSpPr>
              <p:cNvPr id="28" name="ZoneTexte 27">
                <a:extLst>
                  <a:ext uri="{FF2B5EF4-FFF2-40B4-BE49-F238E27FC236}">
                    <a16:creationId xmlns:a16="http://schemas.microsoft.com/office/drawing/2014/main" id="{F18D60E5-8A49-8B4F-929D-4D497377951A}"/>
                  </a:ext>
                </a:extLst>
              </p:cNvPr>
              <p:cNvSpPr txBox="1"/>
              <p:nvPr/>
            </p:nvSpPr>
            <p:spPr>
              <a:xfrm>
                <a:off x="11441097" y="13583552"/>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ea typeface="Cambria Math" panose="02040503050406030204" pitchFamily="18" charset="0"/>
                        </a:rPr>
                        <m:t>𝑚𝑔</m:t>
                      </m:r>
                    </m:oMath>
                  </m:oMathPara>
                </a14:m>
                <a:endParaRPr lang="fr-NL" sz="4000" dirty="0"/>
              </a:p>
            </p:txBody>
          </p:sp>
        </mc:Choice>
        <mc:Fallback>
          <p:sp>
            <p:nvSpPr>
              <p:cNvPr id="28" name="ZoneTexte 27">
                <a:extLst>
                  <a:ext uri="{FF2B5EF4-FFF2-40B4-BE49-F238E27FC236}">
                    <a16:creationId xmlns:a16="http://schemas.microsoft.com/office/drawing/2014/main" id="{F18D60E5-8A49-8B4F-929D-4D497377951A}"/>
                  </a:ext>
                </a:extLst>
              </p:cNvPr>
              <p:cNvSpPr txBox="1">
                <a:spLocks noRot="1" noChangeAspect="1" noMove="1" noResize="1" noEditPoints="1" noAdjustHandles="1" noChangeArrowheads="1" noChangeShapeType="1" noTextEdit="1"/>
              </p:cNvSpPr>
              <p:nvPr/>
            </p:nvSpPr>
            <p:spPr>
              <a:xfrm>
                <a:off x="11441097" y="13583552"/>
                <a:ext cx="1875581" cy="707886"/>
              </a:xfrm>
              <a:prstGeom prst="rect">
                <a:avLst/>
              </a:prstGeom>
              <a:blipFill>
                <a:blip r:embed="rId5"/>
                <a:stretch>
                  <a:fillRect b="-17544"/>
                </a:stretch>
              </a:blipFill>
            </p:spPr>
            <p:txBody>
              <a:bodyPr/>
              <a:lstStyle/>
              <a:p>
                <a:r>
                  <a:rPr lang="fr-NL">
                    <a:noFill/>
                  </a:rPr>
                  <a:t> </a:t>
                </a:r>
              </a:p>
            </p:txBody>
          </p:sp>
        </mc:Fallback>
      </mc:AlternateContent>
      <mc:AlternateContent xmlns:mc="http://schemas.openxmlformats.org/markup-compatibility/2006">
        <mc:Choice xmlns:a14="http://schemas.microsoft.com/office/drawing/2010/main" Requires="a14">
          <p:sp>
            <p:nvSpPr>
              <p:cNvPr id="29" name="ZoneTexte 28">
                <a:extLst>
                  <a:ext uri="{FF2B5EF4-FFF2-40B4-BE49-F238E27FC236}">
                    <a16:creationId xmlns:a16="http://schemas.microsoft.com/office/drawing/2014/main" id="{2293746E-211F-C749-AF53-0DC26E82D61B}"/>
                  </a:ext>
                </a:extLst>
              </p:cNvPr>
              <p:cNvSpPr txBox="1"/>
              <p:nvPr/>
            </p:nvSpPr>
            <p:spPr>
              <a:xfrm>
                <a:off x="9357249" y="11906772"/>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𝐹</m:t>
                          </m:r>
                        </m:e>
                        <m:sub>
                          <m:r>
                            <a:rPr lang="en-US" sz="4000" b="0" i="1" dirty="0" smtClean="0">
                              <a:latin typeface="Cambria Math" panose="02040503050406030204" pitchFamily="18" charset="0"/>
                            </a:rPr>
                            <m:t>𝑤𝑖𝑛𝑑</m:t>
                          </m:r>
                        </m:sub>
                      </m:sSub>
                    </m:oMath>
                  </m:oMathPara>
                </a14:m>
                <a:endParaRPr lang="fr-NL" sz="4000" dirty="0"/>
              </a:p>
            </p:txBody>
          </p:sp>
        </mc:Choice>
        <mc:Fallback>
          <p:sp>
            <p:nvSpPr>
              <p:cNvPr id="29" name="ZoneTexte 28">
                <a:extLst>
                  <a:ext uri="{FF2B5EF4-FFF2-40B4-BE49-F238E27FC236}">
                    <a16:creationId xmlns:a16="http://schemas.microsoft.com/office/drawing/2014/main" id="{2293746E-211F-C749-AF53-0DC26E82D61B}"/>
                  </a:ext>
                </a:extLst>
              </p:cNvPr>
              <p:cNvSpPr txBox="1">
                <a:spLocks noRot="1" noChangeAspect="1" noMove="1" noResize="1" noEditPoints="1" noAdjustHandles="1" noChangeArrowheads="1" noChangeShapeType="1" noTextEdit="1"/>
              </p:cNvSpPr>
              <p:nvPr/>
            </p:nvSpPr>
            <p:spPr>
              <a:xfrm>
                <a:off x="9357249" y="11906772"/>
                <a:ext cx="1875581" cy="707886"/>
              </a:xfrm>
              <a:prstGeom prst="rect">
                <a:avLst/>
              </a:prstGeom>
              <a:blipFill>
                <a:blip r:embed="rId6"/>
                <a:stretch>
                  <a:fillRect b="-8772"/>
                </a:stretch>
              </a:blipFill>
            </p:spPr>
            <p:txBody>
              <a:bodyPr/>
              <a:lstStyle/>
              <a:p>
                <a:r>
                  <a:rPr lang="fr-NL">
                    <a:noFill/>
                  </a:rPr>
                  <a:t> </a:t>
                </a:r>
              </a:p>
            </p:txBody>
          </p:sp>
        </mc:Fallback>
      </mc:AlternateContent>
      <mc:AlternateContent xmlns:mc="http://schemas.openxmlformats.org/markup-compatibility/2006">
        <mc:Choice xmlns:a14="http://schemas.microsoft.com/office/drawing/2010/main" Requires="a14">
          <p:sp>
            <p:nvSpPr>
              <p:cNvPr id="30" name="ZoneTexte 29">
                <a:extLst>
                  <a:ext uri="{FF2B5EF4-FFF2-40B4-BE49-F238E27FC236}">
                    <a16:creationId xmlns:a16="http://schemas.microsoft.com/office/drawing/2014/main" id="{3B059633-C357-9240-A5DF-A57FC01C22D8}"/>
                  </a:ext>
                </a:extLst>
              </p:cNvPr>
              <p:cNvSpPr txBox="1"/>
              <p:nvPr/>
            </p:nvSpPr>
            <p:spPr>
              <a:xfrm>
                <a:off x="9559315" y="10484257"/>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4000" b="0" i="1" dirty="0" smtClean="0">
                          <a:latin typeface="Cambria Math" panose="02040503050406030204" pitchFamily="18" charset="0"/>
                        </a:rPr>
                        <m:t>𝑇</m:t>
                      </m:r>
                    </m:oMath>
                  </m:oMathPara>
                </a14:m>
                <a:endParaRPr lang="fr-NL" sz="4000" dirty="0"/>
              </a:p>
            </p:txBody>
          </p:sp>
        </mc:Choice>
        <mc:Fallback>
          <p:sp>
            <p:nvSpPr>
              <p:cNvPr id="30" name="ZoneTexte 29">
                <a:extLst>
                  <a:ext uri="{FF2B5EF4-FFF2-40B4-BE49-F238E27FC236}">
                    <a16:creationId xmlns:a16="http://schemas.microsoft.com/office/drawing/2014/main" id="{3B059633-C357-9240-A5DF-A57FC01C22D8}"/>
                  </a:ext>
                </a:extLst>
              </p:cNvPr>
              <p:cNvSpPr txBox="1">
                <a:spLocks noRot="1" noChangeAspect="1" noMove="1" noResize="1" noEditPoints="1" noAdjustHandles="1" noChangeArrowheads="1" noChangeShapeType="1" noTextEdit="1"/>
              </p:cNvSpPr>
              <p:nvPr/>
            </p:nvSpPr>
            <p:spPr>
              <a:xfrm>
                <a:off x="9559315" y="10484257"/>
                <a:ext cx="1875581" cy="707886"/>
              </a:xfrm>
              <a:prstGeom prst="rect">
                <a:avLst/>
              </a:prstGeom>
              <a:blipFill>
                <a:blip r:embed="rId7"/>
                <a:stretch>
                  <a:fillRect/>
                </a:stretch>
              </a:blipFill>
            </p:spPr>
            <p:txBody>
              <a:bodyPr/>
              <a:lstStyle/>
              <a:p>
                <a:r>
                  <a:rPr lang="fr-NL">
                    <a:noFill/>
                  </a:rPr>
                  <a:t> </a:t>
                </a:r>
              </a:p>
            </p:txBody>
          </p:sp>
        </mc:Fallback>
      </mc:AlternateContent>
      <mc:AlternateContent xmlns:mc="http://schemas.openxmlformats.org/markup-compatibility/2006">
        <mc:Choice xmlns:a14="http://schemas.microsoft.com/office/drawing/2010/main" Requires="a14">
          <p:sp>
            <p:nvSpPr>
              <p:cNvPr id="31" name="ZoneTexte 30">
                <a:extLst>
                  <a:ext uri="{FF2B5EF4-FFF2-40B4-BE49-F238E27FC236}">
                    <a16:creationId xmlns:a16="http://schemas.microsoft.com/office/drawing/2014/main" id="{34B2122A-6F55-1D4C-B201-89311CBACE78}"/>
                  </a:ext>
                </a:extLst>
              </p:cNvPr>
              <p:cNvSpPr txBox="1"/>
              <p:nvPr/>
            </p:nvSpPr>
            <p:spPr>
              <a:xfrm>
                <a:off x="9118680" y="7388111"/>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𝑥</m:t>
                      </m:r>
                    </m:oMath>
                  </m:oMathPara>
                </a14:m>
                <a:endParaRPr lang="fr-NL" sz="4000" dirty="0"/>
              </a:p>
            </p:txBody>
          </p:sp>
        </mc:Choice>
        <mc:Fallback>
          <p:sp>
            <p:nvSpPr>
              <p:cNvPr id="31" name="ZoneTexte 30">
                <a:extLst>
                  <a:ext uri="{FF2B5EF4-FFF2-40B4-BE49-F238E27FC236}">
                    <a16:creationId xmlns:a16="http://schemas.microsoft.com/office/drawing/2014/main" id="{34B2122A-6F55-1D4C-B201-89311CBACE78}"/>
                  </a:ext>
                </a:extLst>
              </p:cNvPr>
              <p:cNvSpPr txBox="1">
                <a:spLocks noRot="1" noChangeAspect="1" noMove="1" noResize="1" noEditPoints="1" noAdjustHandles="1" noChangeArrowheads="1" noChangeShapeType="1" noTextEdit="1"/>
              </p:cNvSpPr>
              <p:nvPr/>
            </p:nvSpPr>
            <p:spPr>
              <a:xfrm>
                <a:off x="9118680" y="7388111"/>
                <a:ext cx="1875581" cy="707886"/>
              </a:xfrm>
              <a:prstGeom prst="rect">
                <a:avLst/>
              </a:prstGeom>
              <a:blipFill>
                <a:blip r:embed="rId8"/>
                <a:stretch>
                  <a:fillRect/>
                </a:stretch>
              </a:blipFill>
            </p:spPr>
            <p:txBody>
              <a:bodyPr/>
              <a:lstStyle/>
              <a:p>
                <a:r>
                  <a:rPr lang="fr-NL">
                    <a:noFill/>
                  </a:rPr>
                  <a:t> </a:t>
                </a:r>
              </a:p>
            </p:txBody>
          </p:sp>
        </mc:Fallback>
      </mc:AlternateContent>
      <mc:AlternateContent xmlns:mc="http://schemas.openxmlformats.org/markup-compatibility/2006">
        <mc:Choice xmlns:a14="http://schemas.microsoft.com/office/drawing/2010/main" Requires="a14">
          <p:sp>
            <p:nvSpPr>
              <p:cNvPr id="32" name="ZoneTexte 31">
                <a:extLst>
                  <a:ext uri="{FF2B5EF4-FFF2-40B4-BE49-F238E27FC236}">
                    <a16:creationId xmlns:a16="http://schemas.microsoft.com/office/drawing/2014/main" id="{708EB1FB-9C86-5844-8FF3-B0AA2DC166F8}"/>
                  </a:ext>
                </a:extLst>
              </p:cNvPr>
              <p:cNvSpPr txBox="1"/>
              <p:nvPr/>
            </p:nvSpPr>
            <p:spPr>
              <a:xfrm>
                <a:off x="13462180" y="13397847"/>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𝑧</m:t>
                      </m:r>
                    </m:oMath>
                  </m:oMathPara>
                </a14:m>
                <a:endParaRPr lang="fr-NL" sz="4000" dirty="0"/>
              </a:p>
            </p:txBody>
          </p:sp>
        </mc:Choice>
        <mc:Fallback>
          <p:sp>
            <p:nvSpPr>
              <p:cNvPr id="32" name="ZoneTexte 31">
                <a:extLst>
                  <a:ext uri="{FF2B5EF4-FFF2-40B4-BE49-F238E27FC236}">
                    <a16:creationId xmlns:a16="http://schemas.microsoft.com/office/drawing/2014/main" id="{708EB1FB-9C86-5844-8FF3-B0AA2DC166F8}"/>
                  </a:ext>
                </a:extLst>
              </p:cNvPr>
              <p:cNvSpPr txBox="1">
                <a:spLocks noRot="1" noChangeAspect="1" noMove="1" noResize="1" noEditPoints="1" noAdjustHandles="1" noChangeArrowheads="1" noChangeShapeType="1" noTextEdit="1"/>
              </p:cNvSpPr>
              <p:nvPr/>
            </p:nvSpPr>
            <p:spPr>
              <a:xfrm>
                <a:off x="13462180" y="13397847"/>
                <a:ext cx="1875581" cy="707886"/>
              </a:xfrm>
              <a:prstGeom prst="rect">
                <a:avLst/>
              </a:prstGeom>
              <a:blipFill>
                <a:blip r:embed="rId9"/>
                <a:stretch>
                  <a:fillRect/>
                </a:stretch>
              </a:blipFill>
            </p:spPr>
            <p:txBody>
              <a:bodyPr/>
              <a:lstStyle/>
              <a:p>
                <a:r>
                  <a:rPr lang="fr-NL">
                    <a:noFill/>
                  </a:rPr>
                  <a:t> </a:t>
                </a:r>
              </a:p>
            </p:txBody>
          </p:sp>
        </mc:Fallback>
      </mc:AlternateContent>
      <mc:AlternateContent xmlns:mc="http://schemas.openxmlformats.org/markup-compatibility/2006">
        <mc:Choice xmlns:a14="http://schemas.microsoft.com/office/drawing/2010/main" Requires="a14">
          <p:sp>
            <p:nvSpPr>
              <p:cNvPr id="33" name="ZoneTexte 32">
                <a:extLst>
                  <a:ext uri="{FF2B5EF4-FFF2-40B4-BE49-F238E27FC236}">
                    <a16:creationId xmlns:a16="http://schemas.microsoft.com/office/drawing/2014/main" id="{C1FCD34A-768E-724F-81F7-59E595DA1E83}"/>
                  </a:ext>
                </a:extLst>
              </p:cNvPr>
              <p:cNvSpPr txBox="1"/>
              <p:nvPr/>
            </p:nvSpPr>
            <p:spPr>
              <a:xfrm>
                <a:off x="12199441" y="7814917"/>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𝑙</m:t>
                      </m:r>
                      <m:r>
                        <a:rPr lang="en-US" sz="4000" b="0" i="1" smtClean="0">
                          <a:latin typeface="Cambria Math" panose="02040503050406030204" pitchFamily="18" charset="0"/>
                        </a:rPr>
                        <m:t>(</m:t>
                      </m:r>
                      <m:r>
                        <a:rPr lang="en-US" sz="4000" b="0" i="1" smtClean="0">
                          <a:latin typeface="Cambria Math" panose="02040503050406030204" pitchFamily="18" charset="0"/>
                        </a:rPr>
                        <m:t>𝑡</m:t>
                      </m:r>
                      <m:r>
                        <a:rPr lang="en-US" sz="4000" b="0" i="1" smtClean="0">
                          <a:latin typeface="Cambria Math" panose="02040503050406030204" pitchFamily="18" charset="0"/>
                        </a:rPr>
                        <m:t>)</m:t>
                      </m:r>
                    </m:oMath>
                  </m:oMathPara>
                </a14:m>
                <a:endParaRPr lang="fr-NL" sz="4000" dirty="0"/>
              </a:p>
            </p:txBody>
          </p:sp>
        </mc:Choice>
        <mc:Fallback>
          <p:sp>
            <p:nvSpPr>
              <p:cNvPr id="33" name="ZoneTexte 32">
                <a:extLst>
                  <a:ext uri="{FF2B5EF4-FFF2-40B4-BE49-F238E27FC236}">
                    <a16:creationId xmlns:a16="http://schemas.microsoft.com/office/drawing/2014/main" id="{C1FCD34A-768E-724F-81F7-59E595DA1E83}"/>
                  </a:ext>
                </a:extLst>
              </p:cNvPr>
              <p:cNvSpPr txBox="1">
                <a:spLocks noRot="1" noChangeAspect="1" noMove="1" noResize="1" noEditPoints="1" noAdjustHandles="1" noChangeArrowheads="1" noChangeShapeType="1" noTextEdit="1"/>
              </p:cNvSpPr>
              <p:nvPr/>
            </p:nvSpPr>
            <p:spPr>
              <a:xfrm>
                <a:off x="12199441" y="7814917"/>
                <a:ext cx="1875581" cy="707886"/>
              </a:xfrm>
              <a:prstGeom prst="rect">
                <a:avLst/>
              </a:prstGeom>
              <a:blipFill>
                <a:blip r:embed="rId10"/>
                <a:stretch>
                  <a:fillRect b="-24561"/>
                </a:stretch>
              </a:blipFill>
            </p:spPr>
            <p:txBody>
              <a:bodyPr/>
              <a:lstStyle/>
              <a:p>
                <a:r>
                  <a:rPr lang="fr-NL">
                    <a:noFill/>
                  </a:rPr>
                  <a:t> </a:t>
                </a:r>
              </a:p>
            </p:txBody>
          </p:sp>
        </mc:Fallback>
      </mc:AlternateContent>
      <p:sp>
        <p:nvSpPr>
          <p:cNvPr id="34" name="Ellipse 33">
            <a:extLst>
              <a:ext uri="{FF2B5EF4-FFF2-40B4-BE49-F238E27FC236}">
                <a16:creationId xmlns:a16="http://schemas.microsoft.com/office/drawing/2014/main" id="{E06EA68E-807D-9047-8460-A8CF7DC3755E}"/>
              </a:ext>
            </a:extLst>
          </p:cNvPr>
          <p:cNvSpPr/>
          <p:nvPr/>
        </p:nvSpPr>
        <p:spPr>
          <a:xfrm>
            <a:off x="12178863" y="11533147"/>
            <a:ext cx="389790" cy="38979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NL"/>
          </a:p>
        </p:txBody>
      </p:sp>
      <mc:AlternateContent xmlns:mc="http://schemas.openxmlformats.org/markup-compatibility/2006">
        <mc:Choice xmlns:a14="http://schemas.microsoft.com/office/drawing/2010/main" Requires="a14">
          <p:sp>
            <p:nvSpPr>
              <p:cNvPr id="35" name="ZoneTexte 34">
                <a:extLst>
                  <a:ext uri="{FF2B5EF4-FFF2-40B4-BE49-F238E27FC236}">
                    <a16:creationId xmlns:a16="http://schemas.microsoft.com/office/drawing/2014/main" id="{C6D38914-2937-0A4A-AB9D-F660F9629571}"/>
                  </a:ext>
                </a:extLst>
              </p:cNvPr>
              <p:cNvSpPr txBox="1"/>
              <p:nvPr/>
            </p:nvSpPr>
            <p:spPr>
              <a:xfrm>
                <a:off x="10271383" y="9045693"/>
                <a:ext cx="1875581"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m:t>
                      </m:r>
                      <m:r>
                        <a:rPr lang="en-US" sz="4000" b="0" i="1" smtClean="0">
                          <a:latin typeface="Cambria Math" panose="02040503050406030204" pitchFamily="18" charset="0"/>
                        </a:rPr>
                        <m:t>𝑥</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𝑡</m:t>
                          </m:r>
                        </m:e>
                      </m:d>
                      <m:r>
                        <a:rPr lang="en-US" sz="4000" b="0" i="1" smtClean="0">
                          <a:latin typeface="Cambria Math" panose="02040503050406030204" pitchFamily="18" charset="0"/>
                        </a:rPr>
                        <m:t>, </m:t>
                      </m:r>
                      <m:r>
                        <a:rPr lang="en-US" sz="4000" b="0" i="1" smtClean="0">
                          <a:latin typeface="Cambria Math" panose="02040503050406030204" pitchFamily="18" charset="0"/>
                        </a:rPr>
                        <m:t>𝑧</m:t>
                      </m:r>
                      <m:r>
                        <a:rPr lang="en-US" sz="4000" b="0" i="1" smtClean="0">
                          <a:latin typeface="Cambria Math" panose="02040503050406030204" pitchFamily="18" charset="0"/>
                        </a:rPr>
                        <m:t>(</m:t>
                      </m:r>
                      <m:r>
                        <a:rPr lang="en-US" sz="4000" b="0" i="1" smtClean="0">
                          <a:latin typeface="Cambria Math" panose="02040503050406030204" pitchFamily="18" charset="0"/>
                        </a:rPr>
                        <m:t>𝑡</m:t>
                      </m:r>
                      <m:r>
                        <a:rPr lang="en-US" sz="4000" b="0" i="1" smtClean="0">
                          <a:latin typeface="Cambria Math" panose="02040503050406030204" pitchFamily="18" charset="0"/>
                        </a:rPr>
                        <m:t>))</m:t>
                      </m:r>
                    </m:oMath>
                  </m:oMathPara>
                </a14:m>
                <a:endParaRPr lang="fr-NL" sz="4000" dirty="0"/>
              </a:p>
            </p:txBody>
          </p:sp>
        </mc:Choice>
        <mc:Fallback>
          <p:sp>
            <p:nvSpPr>
              <p:cNvPr id="35" name="ZoneTexte 34">
                <a:extLst>
                  <a:ext uri="{FF2B5EF4-FFF2-40B4-BE49-F238E27FC236}">
                    <a16:creationId xmlns:a16="http://schemas.microsoft.com/office/drawing/2014/main" id="{C6D38914-2937-0A4A-AB9D-F660F9629571}"/>
                  </a:ext>
                </a:extLst>
              </p:cNvPr>
              <p:cNvSpPr txBox="1">
                <a:spLocks noRot="1" noChangeAspect="1" noMove="1" noResize="1" noEditPoints="1" noAdjustHandles="1" noChangeArrowheads="1" noChangeShapeType="1" noTextEdit="1"/>
              </p:cNvSpPr>
              <p:nvPr/>
            </p:nvSpPr>
            <p:spPr>
              <a:xfrm>
                <a:off x="10271383" y="9045693"/>
                <a:ext cx="1875581" cy="707886"/>
              </a:xfrm>
              <a:prstGeom prst="rect">
                <a:avLst/>
              </a:prstGeom>
              <a:blipFill>
                <a:blip r:embed="rId11"/>
                <a:stretch>
                  <a:fillRect l="-7383" r="-46309" b="-26786"/>
                </a:stretch>
              </a:blipFill>
            </p:spPr>
            <p:txBody>
              <a:bodyPr/>
              <a:lstStyle/>
              <a:p>
                <a:r>
                  <a:rPr lang="fr-NL">
                    <a:noFill/>
                  </a:rPr>
                  <a:t> </a:t>
                </a:r>
              </a:p>
            </p:txBody>
          </p:sp>
        </mc:Fallback>
      </mc:AlternateContent>
      <p:cxnSp>
        <p:nvCxnSpPr>
          <p:cNvPr id="37" name="Connecteur droit avec flèche 36">
            <a:extLst>
              <a:ext uri="{FF2B5EF4-FFF2-40B4-BE49-F238E27FC236}">
                <a16:creationId xmlns:a16="http://schemas.microsoft.com/office/drawing/2014/main" id="{AFD706F7-59D4-DF4A-BBE8-F07013A13B27}"/>
              </a:ext>
            </a:extLst>
          </p:cNvPr>
          <p:cNvCxnSpPr>
            <a:endCxn id="34" idx="0"/>
          </p:cNvCxnSpPr>
          <p:nvPr/>
        </p:nvCxnSpPr>
        <p:spPr>
          <a:xfrm>
            <a:off x="11914311" y="9753579"/>
            <a:ext cx="459447" cy="177956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6328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600" dirty="0" err="1"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UWCTRL">
      <a:dk1>
        <a:srgbClr val="000000"/>
      </a:dk1>
      <a:lt1>
        <a:srgbClr val="FFFFFF"/>
      </a:lt1>
      <a:dk2>
        <a:srgbClr val="85754D"/>
      </a:dk2>
      <a:lt2>
        <a:srgbClr val="E7E6E6"/>
      </a:lt2>
      <a:accent1>
        <a:srgbClr val="1F77B3"/>
      </a:accent1>
      <a:accent2>
        <a:srgbClr val="FF7F0E"/>
      </a:accent2>
      <a:accent3>
        <a:srgbClr val="2CA02C"/>
      </a:accent3>
      <a:accent4>
        <a:srgbClr val="D62728"/>
      </a:accent4>
      <a:accent5>
        <a:srgbClr val="9367BD"/>
      </a:accent5>
      <a:accent6>
        <a:srgbClr val="8C564B"/>
      </a:accent6>
      <a:hlink>
        <a:srgbClr val="B7A579"/>
      </a:hlink>
      <a:folHlink>
        <a:srgbClr val="4B2E83"/>
      </a:folHlink>
    </a:clrScheme>
    <a:fontScheme name="Century Gothic-Palatino Lino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UWCTRL">
      <a:dk1>
        <a:srgbClr val="000000"/>
      </a:dk1>
      <a:lt1>
        <a:srgbClr val="FFFFFF"/>
      </a:lt1>
      <a:dk2>
        <a:srgbClr val="85754D"/>
      </a:dk2>
      <a:lt2>
        <a:srgbClr val="E7E6E6"/>
      </a:lt2>
      <a:accent1>
        <a:srgbClr val="1F77B3"/>
      </a:accent1>
      <a:accent2>
        <a:srgbClr val="FF7F0E"/>
      </a:accent2>
      <a:accent3>
        <a:srgbClr val="2CA02C"/>
      </a:accent3>
      <a:accent4>
        <a:srgbClr val="D62728"/>
      </a:accent4>
      <a:accent5>
        <a:srgbClr val="9367BD"/>
      </a:accent5>
      <a:accent6>
        <a:srgbClr val="8C564B"/>
      </a:accent6>
      <a:hlink>
        <a:srgbClr val="B7A579"/>
      </a:hlink>
      <a:folHlink>
        <a:srgbClr val="4B2E83"/>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trl_presentation_template" id="{642A6A93-03E7-244A-8A29-3CE2BCDC6B96}" vid="{C3B85FDA-3744-7842-9474-9BA1D29CA60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Corp_PPT_Template_LIGHT_NEW</Template>
  <TotalTime>4939</TotalTime>
  <Words>560</Words>
  <Application>Microsoft Macintosh PowerPoint</Application>
  <PresentationFormat>Personnalisé</PresentationFormat>
  <Paragraphs>48</Paragraphs>
  <Slides>2</Slides>
  <Notes>2</Notes>
  <HiddenSlides>0</HiddenSlides>
  <MMClips>0</MMClips>
  <ScaleCrop>false</ScaleCrop>
  <HeadingPairs>
    <vt:vector size="6" baseType="variant">
      <vt:variant>
        <vt:lpstr>Polices utilisées</vt:lpstr>
      </vt:variant>
      <vt:variant>
        <vt:i4>7</vt:i4>
      </vt:variant>
      <vt:variant>
        <vt:lpstr>Thème</vt:lpstr>
      </vt:variant>
      <vt:variant>
        <vt:i4>3</vt:i4>
      </vt:variant>
      <vt:variant>
        <vt:lpstr>Titres des diapositives</vt:lpstr>
      </vt:variant>
      <vt:variant>
        <vt:i4>2</vt:i4>
      </vt:variant>
    </vt:vector>
  </HeadingPairs>
  <TitlesOfParts>
    <vt:vector size="12" baseType="lpstr">
      <vt:lpstr>Arial</vt:lpstr>
      <vt:lpstr>Calibri</vt:lpstr>
      <vt:lpstr>Cambria Math</vt:lpstr>
      <vt:lpstr>Corbel</vt:lpstr>
      <vt:lpstr>NVIDIA Sans</vt:lpstr>
      <vt:lpstr>Palatino Linotype</vt:lpstr>
      <vt:lpstr>Trebuchet MS</vt:lpstr>
      <vt:lpstr>Title &amp; Bullet</vt:lpstr>
      <vt:lpstr>Office Theme</vt:lpstr>
      <vt:lpstr>1_Office Theme</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Kehong Lu</dc:creator>
  <cp:lastModifiedBy>Jasper W. Matthe</cp:lastModifiedBy>
  <cp:revision>125</cp:revision>
  <cp:lastPrinted>2025-06-04T07:32:08Z</cp:lastPrinted>
  <dcterms:created xsi:type="dcterms:W3CDTF">2020-11-10T21:09:30Z</dcterms:created>
  <dcterms:modified xsi:type="dcterms:W3CDTF">2025-06-04T07:32:12Z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kehongl@nvidia.com</vt:lpwstr>
  </property>
  <property fmtid="{D5CDD505-2E9C-101B-9397-08002B2CF9AE}" pid="5" name="MSIP_Label_6b558183-044c-4105-8d9c-cea02a2a3d86_SetDate">
    <vt:lpwstr>2020-11-10T22:59:00.2972000Z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Manual</vt:lpwstr>
  </property>
  <property fmtid="{D5CDD505-2E9C-101B-9397-08002B2CF9AE}" pid="9" name="Sensitivity">
    <vt:lpwstr>Unrestricted</vt:lpwstr>
  </property>
</Properties>
</file>